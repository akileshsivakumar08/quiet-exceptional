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  <p:sldId id="261" r:id="rId4"/>
    <p:sldId id="263" r:id="rId5"/>
    <p:sldId id="264" r:id="rId6"/>
    <p:sldId id="265" r:id="rId7"/>
    <p:sldId id="262" r:id="rId8"/>
    <p:sldId id="260" r:id="rId9"/>
    <p:sldId id="258" r:id="rId10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0000"/>
    <a:srgbClr val="0C0C1E"/>
    <a:srgbClr val="5E0B15"/>
    <a:srgbClr val="800000"/>
    <a:srgbClr val="FFFFFF"/>
    <a:srgbClr val="DDE1ED"/>
    <a:srgbClr val="FFCC99"/>
    <a:srgbClr val="FFD369"/>
    <a:srgbClr val="FFFBF2"/>
    <a:srgbClr val="0C7B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14" autoAdjust="0"/>
    <p:restoredTop sz="94660"/>
  </p:normalViewPr>
  <p:slideViewPr>
    <p:cSldViewPr snapToGrid="0">
      <p:cViewPr varScale="1">
        <p:scale>
          <a:sx n="46" d="100"/>
          <a:sy n="46" d="100"/>
        </p:scale>
        <p:origin x="2525" y="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3061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3996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9150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5575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19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54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5543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149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35474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691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448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780ADC-C495-4E7E-87E7-0599689638EE}" type="datetimeFigureOut">
              <a:rPr lang="en-IN" smtClean="0"/>
              <a:t>06-06-2024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BF1612-EAD9-4BD2-A986-F83F445660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9601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7DC2D2-644E-4E7D-E858-A90F1A77D396}"/>
              </a:ext>
            </a:extLst>
          </p:cNvPr>
          <p:cNvSpPr txBox="1"/>
          <p:nvPr/>
        </p:nvSpPr>
        <p:spPr>
          <a:xfrm rot="1406919">
            <a:off x="1485393" y="4228889"/>
            <a:ext cx="3534942" cy="35548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500" dirty="0">
                <a:solidFill>
                  <a:srgbClr val="FFD369"/>
                </a:solidFill>
              </a:rPr>
              <a:t>Q</a:t>
            </a:r>
            <a:r>
              <a:rPr lang="de-DE" sz="22500" dirty="0">
                <a:solidFill>
                  <a:srgbClr val="0C7B93"/>
                </a:solidFill>
              </a:rPr>
              <a:t>E</a:t>
            </a:r>
            <a:endParaRPr lang="en-IN" sz="22500" dirty="0">
              <a:solidFill>
                <a:srgbClr val="0C7B93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4081262-B5BE-DF49-6C17-16D72C7CE4A4}"/>
              </a:ext>
            </a:extLst>
          </p:cNvPr>
          <p:cNvCxnSpPr>
            <a:cxnSpLocks/>
          </p:cNvCxnSpPr>
          <p:nvPr/>
        </p:nvCxnSpPr>
        <p:spPr>
          <a:xfrm>
            <a:off x="4086470" y="5167872"/>
            <a:ext cx="2663598" cy="1190050"/>
          </a:xfrm>
          <a:prstGeom prst="line">
            <a:avLst/>
          </a:prstGeom>
          <a:ln w="254000">
            <a:solidFill>
              <a:srgbClr val="DDE1E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BC8D813-DCB4-4062-5013-E7306638FC2E}"/>
              </a:ext>
            </a:extLst>
          </p:cNvPr>
          <p:cNvCxnSpPr>
            <a:cxnSpLocks/>
          </p:cNvCxnSpPr>
          <p:nvPr/>
        </p:nvCxnSpPr>
        <p:spPr>
          <a:xfrm>
            <a:off x="107933" y="5762897"/>
            <a:ext cx="2130879" cy="1108302"/>
          </a:xfrm>
          <a:prstGeom prst="line">
            <a:avLst/>
          </a:prstGeom>
          <a:ln w="254000">
            <a:solidFill>
              <a:srgbClr val="DDE1E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818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7DC2D2-644E-4E7D-E858-A90F1A77D396}"/>
              </a:ext>
            </a:extLst>
          </p:cNvPr>
          <p:cNvSpPr txBox="1"/>
          <p:nvPr/>
        </p:nvSpPr>
        <p:spPr>
          <a:xfrm>
            <a:off x="193913" y="4443645"/>
            <a:ext cx="3820213" cy="19620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75" dirty="0">
                <a:solidFill>
                  <a:srgbClr val="FFD369"/>
                </a:solidFill>
              </a:rPr>
              <a:t>Quiet </a:t>
            </a:r>
          </a:p>
          <a:p>
            <a:r>
              <a:rPr lang="de-DE" sz="6075" dirty="0">
                <a:solidFill>
                  <a:srgbClr val="0C7B93"/>
                </a:solidFill>
              </a:rPr>
              <a:t>Exceptional</a:t>
            </a:r>
            <a:endParaRPr lang="en-IN" sz="6075" dirty="0">
              <a:solidFill>
                <a:srgbClr val="0C7B93"/>
              </a:solidFill>
            </a:endParaRP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765E8AFE-5BF7-5380-AEDA-A21A62B4D702}"/>
              </a:ext>
            </a:extLst>
          </p:cNvPr>
          <p:cNvSpPr/>
          <p:nvPr/>
        </p:nvSpPr>
        <p:spPr>
          <a:xfrm>
            <a:off x="0" y="4167188"/>
            <a:ext cx="6858000" cy="3857625"/>
          </a:xfrm>
          <a:prstGeom prst="frame">
            <a:avLst>
              <a:gd name="adj1" fmla="val 3706"/>
            </a:avLst>
          </a:prstGeom>
          <a:solidFill>
            <a:srgbClr val="FFD3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7091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Single Corner Rounded 8">
            <a:extLst>
              <a:ext uri="{FF2B5EF4-FFF2-40B4-BE49-F238E27FC236}">
                <a16:creationId xmlns:a16="http://schemas.microsoft.com/office/drawing/2014/main" id="{6D9C2886-E8A4-C10D-29FB-1E8AA478D2A1}"/>
              </a:ext>
            </a:extLst>
          </p:cNvPr>
          <p:cNvSpPr/>
          <p:nvPr/>
        </p:nvSpPr>
        <p:spPr>
          <a:xfrm>
            <a:off x="696197" y="11488190"/>
            <a:ext cx="4301157" cy="479520"/>
          </a:xfrm>
          <a:prstGeom prst="round1Rect">
            <a:avLst/>
          </a:prstGeom>
          <a:solidFill>
            <a:srgbClr val="FFCC99"/>
          </a:solidFill>
          <a:ln>
            <a:solidFill>
              <a:srgbClr val="FFCC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7DC2D2-644E-4E7D-E858-A90F1A77D396}"/>
              </a:ext>
            </a:extLst>
          </p:cNvPr>
          <p:cNvSpPr txBox="1"/>
          <p:nvPr/>
        </p:nvSpPr>
        <p:spPr>
          <a:xfrm>
            <a:off x="99527" y="4006223"/>
            <a:ext cx="4022255" cy="37625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200" dirty="0">
                <a:solidFill>
                  <a:srgbClr val="FFD369"/>
                </a:solidFill>
              </a:rPr>
              <a:t>Find </a:t>
            </a:r>
            <a:r>
              <a:rPr lang="de-DE" sz="7200" dirty="0">
                <a:solidFill>
                  <a:srgbClr val="0C7B93"/>
                </a:solidFill>
              </a:rPr>
              <a:t>A</a:t>
            </a:r>
          </a:p>
          <a:p>
            <a:r>
              <a:rPr lang="de-DE" sz="7200" dirty="0">
                <a:solidFill>
                  <a:srgbClr val="0C7B93"/>
                </a:solidFill>
              </a:rPr>
              <a:t>Misplaced</a:t>
            </a:r>
          </a:p>
          <a:p>
            <a:r>
              <a:rPr lang="de-DE" sz="7200" dirty="0">
                <a:solidFill>
                  <a:srgbClr val="0C7B93"/>
                </a:solidFill>
              </a:rPr>
              <a:t>Phone</a:t>
            </a:r>
          </a:p>
          <a:p>
            <a:r>
              <a:rPr lang="de-DE" sz="2250" dirty="0">
                <a:solidFill>
                  <a:schemeClr val="accent2">
                    <a:lumMod val="50000"/>
                  </a:schemeClr>
                </a:solidFill>
              </a:rPr>
              <a:t>Even in Silent Mode</a:t>
            </a:r>
            <a:endParaRPr lang="en-IN" sz="2250" dirty="0">
              <a:solidFill>
                <a:schemeClr val="accent2">
                  <a:lumMod val="5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A021062-5970-2E51-F250-DAB4CE576625}"/>
              </a:ext>
            </a:extLst>
          </p:cNvPr>
          <p:cNvGrpSpPr/>
          <p:nvPr/>
        </p:nvGrpSpPr>
        <p:grpSpPr>
          <a:xfrm>
            <a:off x="4880976" y="4902866"/>
            <a:ext cx="1372134" cy="1476144"/>
            <a:chOff x="8415464" y="2031840"/>
            <a:chExt cx="1309413" cy="138199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FBE184F-245F-0E03-3DB7-EFEC05871370}"/>
                </a:ext>
              </a:extLst>
            </p:cNvPr>
            <p:cNvCxnSpPr>
              <a:cxnSpLocks/>
              <a:stCxn id="2" idx="5"/>
            </p:cNvCxnSpPr>
            <p:nvPr/>
          </p:nvCxnSpPr>
          <p:spPr>
            <a:xfrm>
              <a:off x="9337302" y="2953678"/>
              <a:ext cx="387575" cy="460152"/>
            </a:xfrm>
            <a:prstGeom prst="line">
              <a:avLst/>
            </a:prstGeom>
            <a:ln w="254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3CCBF7F-A102-29AF-CEEC-C8B20B0EFCAA}"/>
                </a:ext>
              </a:extLst>
            </p:cNvPr>
            <p:cNvSpPr/>
            <p:nvPr/>
          </p:nvSpPr>
          <p:spPr>
            <a:xfrm>
              <a:off x="8415464" y="2031840"/>
              <a:ext cx="1080000" cy="1080000"/>
            </a:xfrm>
            <a:prstGeom prst="ellipse">
              <a:avLst/>
            </a:prstGeom>
            <a:noFill/>
            <a:ln w="1905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013"/>
            </a:p>
          </p:txBody>
        </p:sp>
      </p:grpSp>
      <p:sp>
        <p:nvSpPr>
          <p:cNvPr id="8" name="Rectangle: Single Corner Rounded 7">
            <a:extLst>
              <a:ext uri="{FF2B5EF4-FFF2-40B4-BE49-F238E27FC236}">
                <a16:creationId xmlns:a16="http://schemas.microsoft.com/office/drawing/2014/main" id="{9D9D3862-39F1-AD4D-B2CB-DA10ACF68375}"/>
              </a:ext>
            </a:extLst>
          </p:cNvPr>
          <p:cNvSpPr/>
          <p:nvPr/>
        </p:nvSpPr>
        <p:spPr>
          <a:xfrm>
            <a:off x="375724" y="11967711"/>
            <a:ext cx="4844669" cy="224290"/>
          </a:xfrm>
          <a:prstGeom prst="round1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: Single Corner Rounded 10">
            <a:extLst>
              <a:ext uri="{FF2B5EF4-FFF2-40B4-BE49-F238E27FC236}">
                <a16:creationId xmlns:a16="http://schemas.microsoft.com/office/drawing/2014/main" id="{CC48B90C-11A5-F403-CE1A-BE925DBEF933}"/>
              </a:ext>
            </a:extLst>
          </p:cNvPr>
          <p:cNvSpPr/>
          <p:nvPr/>
        </p:nvSpPr>
        <p:spPr>
          <a:xfrm>
            <a:off x="367958" y="11283144"/>
            <a:ext cx="4844669" cy="205047"/>
          </a:xfrm>
          <a:prstGeom prst="round1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: Single Corner Rounded 11">
            <a:extLst>
              <a:ext uri="{FF2B5EF4-FFF2-40B4-BE49-F238E27FC236}">
                <a16:creationId xmlns:a16="http://schemas.microsoft.com/office/drawing/2014/main" id="{48537AD5-86F9-EDBC-BB60-22C494E9701B}"/>
              </a:ext>
            </a:extLst>
          </p:cNvPr>
          <p:cNvSpPr/>
          <p:nvPr/>
        </p:nvSpPr>
        <p:spPr>
          <a:xfrm>
            <a:off x="3301558" y="11069960"/>
            <a:ext cx="3391592" cy="216000"/>
          </a:xfrm>
          <a:prstGeom prst="round1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6D8C597-9A1F-F24E-F8D0-ECD4D68772EB}"/>
              </a:ext>
            </a:extLst>
          </p:cNvPr>
          <p:cNvGrpSpPr/>
          <p:nvPr/>
        </p:nvGrpSpPr>
        <p:grpSpPr>
          <a:xfrm rot="21330829">
            <a:off x="249311" y="10192130"/>
            <a:ext cx="5274161" cy="908856"/>
            <a:chOff x="360192" y="10124908"/>
            <a:chExt cx="4852435" cy="908856"/>
          </a:xfrm>
        </p:grpSpPr>
        <p:sp>
          <p:nvSpPr>
            <p:cNvPr id="14" name="Rectangle: Single Corner Rounded 13">
              <a:extLst>
                <a:ext uri="{FF2B5EF4-FFF2-40B4-BE49-F238E27FC236}">
                  <a16:creationId xmlns:a16="http://schemas.microsoft.com/office/drawing/2014/main" id="{A3BFDE1C-53E9-47D0-1AEB-6C36447E0EA1}"/>
                </a:ext>
              </a:extLst>
            </p:cNvPr>
            <p:cNvSpPr/>
            <p:nvPr/>
          </p:nvSpPr>
          <p:spPr>
            <a:xfrm>
              <a:off x="367958" y="10828717"/>
              <a:ext cx="4844669" cy="205047"/>
            </a:xfrm>
            <a:prstGeom prst="round1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5" name="Rectangle: Single Corner Rounded 14">
              <a:extLst>
                <a:ext uri="{FF2B5EF4-FFF2-40B4-BE49-F238E27FC236}">
                  <a16:creationId xmlns:a16="http://schemas.microsoft.com/office/drawing/2014/main" id="{4475DF4D-12F5-EEB3-7A4F-085216400E07}"/>
                </a:ext>
              </a:extLst>
            </p:cNvPr>
            <p:cNvSpPr/>
            <p:nvPr/>
          </p:nvSpPr>
          <p:spPr>
            <a:xfrm>
              <a:off x="688431" y="10329954"/>
              <a:ext cx="4301157" cy="498764"/>
            </a:xfrm>
            <a:prstGeom prst="round1Rect">
              <a:avLst/>
            </a:prstGeom>
            <a:solidFill>
              <a:srgbClr val="FFCC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Rectangle: Single Corner Rounded 15">
              <a:extLst>
                <a:ext uri="{FF2B5EF4-FFF2-40B4-BE49-F238E27FC236}">
                  <a16:creationId xmlns:a16="http://schemas.microsoft.com/office/drawing/2014/main" id="{38B10AC2-B6F8-D068-26D2-B8910B0B0817}"/>
                </a:ext>
              </a:extLst>
            </p:cNvPr>
            <p:cNvSpPr/>
            <p:nvPr/>
          </p:nvSpPr>
          <p:spPr>
            <a:xfrm>
              <a:off x="360192" y="10124908"/>
              <a:ext cx="4844669" cy="205047"/>
            </a:xfrm>
            <a:prstGeom prst="round1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3C98121-A80D-399D-654A-A4ECE90F7406}"/>
              </a:ext>
            </a:extLst>
          </p:cNvPr>
          <p:cNvGrpSpPr/>
          <p:nvPr/>
        </p:nvGrpSpPr>
        <p:grpSpPr>
          <a:xfrm rot="21330829">
            <a:off x="951484" y="9234298"/>
            <a:ext cx="5274161" cy="908856"/>
            <a:chOff x="360192" y="10124908"/>
            <a:chExt cx="4852435" cy="908856"/>
          </a:xfrm>
        </p:grpSpPr>
        <p:sp>
          <p:nvSpPr>
            <p:cNvPr id="20" name="Rectangle: Single Corner Rounded 19">
              <a:extLst>
                <a:ext uri="{FF2B5EF4-FFF2-40B4-BE49-F238E27FC236}">
                  <a16:creationId xmlns:a16="http://schemas.microsoft.com/office/drawing/2014/main" id="{BAA674D5-10AF-C313-B03A-21C0A3CAEA0B}"/>
                </a:ext>
              </a:extLst>
            </p:cNvPr>
            <p:cNvSpPr/>
            <p:nvPr/>
          </p:nvSpPr>
          <p:spPr>
            <a:xfrm>
              <a:off x="688431" y="10329954"/>
              <a:ext cx="4301157" cy="498764"/>
            </a:xfrm>
            <a:prstGeom prst="round1Rect">
              <a:avLst/>
            </a:prstGeom>
            <a:solidFill>
              <a:srgbClr val="FFCC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Rectangle: Single Corner Rounded 18">
              <a:extLst>
                <a:ext uri="{FF2B5EF4-FFF2-40B4-BE49-F238E27FC236}">
                  <a16:creationId xmlns:a16="http://schemas.microsoft.com/office/drawing/2014/main" id="{148C0402-E109-49B1-CF1D-FFCFDB5EB748}"/>
                </a:ext>
              </a:extLst>
            </p:cNvPr>
            <p:cNvSpPr/>
            <p:nvPr/>
          </p:nvSpPr>
          <p:spPr>
            <a:xfrm>
              <a:off x="367958" y="10828717"/>
              <a:ext cx="4844669" cy="205047"/>
            </a:xfrm>
            <a:prstGeom prst="round1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Single Corner Rounded 20">
              <a:extLst>
                <a:ext uri="{FF2B5EF4-FFF2-40B4-BE49-F238E27FC236}">
                  <a16:creationId xmlns:a16="http://schemas.microsoft.com/office/drawing/2014/main" id="{824334C8-04A9-168F-1696-A46496C31DF0}"/>
                </a:ext>
              </a:extLst>
            </p:cNvPr>
            <p:cNvSpPr/>
            <p:nvPr/>
          </p:nvSpPr>
          <p:spPr>
            <a:xfrm>
              <a:off x="360192" y="10124908"/>
              <a:ext cx="4844669" cy="205047"/>
            </a:xfrm>
            <a:prstGeom prst="round1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8948DAB6-3E0B-EB53-C128-87EFAC2F2C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212"/>
          <a:stretch/>
        </p:blipFill>
        <p:spPr>
          <a:xfrm>
            <a:off x="-139195" y="2672610"/>
            <a:ext cx="4640574" cy="5877053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A3B0B48-F16C-C5EB-B0B7-CCC69ED9B599}"/>
              </a:ext>
            </a:extLst>
          </p:cNvPr>
          <p:cNvGrpSpPr/>
          <p:nvPr/>
        </p:nvGrpSpPr>
        <p:grpSpPr>
          <a:xfrm>
            <a:off x="4131500" y="11109156"/>
            <a:ext cx="709719" cy="142428"/>
            <a:chOff x="4131500" y="11109156"/>
            <a:chExt cx="709719" cy="142428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13210F8-87AF-AE8E-F2F8-8CEFCBC28D87}"/>
                </a:ext>
              </a:extLst>
            </p:cNvPr>
            <p:cNvSpPr/>
            <p:nvPr/>
          </p:nvSpPr>
          <p:spPr>
            <a:xfrm>
              <a:off x="4553113" y="11109156"/>
              <a:ext cx="288106" cy="12343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A2393-EA6D-9E3E-84BA-4F2B2DB05A51}"/>
                </a:ext>
              </a:extLst>
            </p:cNvPr>
            <p:cNvSpPr/>
            <p:nvPr/>
          </p:nvSpPr>
          <p:spPr>
            <a:xfrm>
              <a:off x="4131500" y="11128153"/>
              <a:ext cx="288106" cy="12343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329543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F71960D-F45B-D3DA-445E-1B601CFAA5E5}"/>
              </a:ext>
            </a:extLst>
          </p:cNvPr>
          <p:cNvSpPr/>
          <p:nvPr/>
        </p:nvSpPr>
        <p:spPr>
          <a:xfrm>
            <a:off x="4545675" y="4269341"/>
            <a:ext cx="1131732" cy="1153580"/>
          </a:xfrm>
          <a:prstGeom prst="ellipse">
            <a:avLst/>
          </a:prstGeom>
          <a:noFill/>
          <a:ln w="1905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D5602B-CD20-DC17-AD6F-2D14EFDE0C99}"/>
              </a:ext>
            </a:extLst>
          </p:cNvPr>
          <p:cNvCxnSpPr>
            <a:cxnSpLocks/>
          </p:cNvCxnSpPr>
          <p:nvPr/>
        </p:nvCxnSpPr>
        <p:spPr>
          <a:xfrm>
            <a:off x="4796912" y="4846131"/>
            <a:ext cx="629258" cy="0"/>
          </a:xfrm>
          <a:prstGeom prst="line">
            <a:avLst/>
          </a:prstGeom>
          <a:ln w="254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3FBD990-95DD-0136-DBBF-399210413BC0}"/>
              </a:ext>
            </a:extLst>
          </p:cNvPr>
          <p:cNvSpPr/>
          <p:nvPr/>
        </p:nvSpPr>
        <p:spPr>
          <a:xfrm>
            <a:off x="4185693" y="3901221"/>
            <a:ext cx="1870407" cy="1889820"/>
          </a:xfrm>
          <a:prstGeom prst="ellipse">
            <a:avLst/>
          </a:prstGeom>
          <a:noFill/>
          <a:ln w="88900">
            <a:solidFill>
              <a:srgbClr val="DDE1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A56EC8F-CF99-19B8-55FD-9EDAA9597C51}"/>
              </a:ext>
            </a:extLst>
          </p:cNvPr>
          <p:cNvSpPr/>
          <p:nvPr/>
        </p:nvSpPr>
        <p:spPr>
          <a:xfrm>
            <a:off x="3886434" y="3550090"/>
            <a:ext cx="2412878" cy="2592081"/>
          </a:xfrm>
          <a:prstGeom prst="ellipse">
            <a:avLst/>
          </a:prstGeom>
          <a:noFill/>
          <a:ln w="88900">
            <a:solidFill>
              <a:srgbClr val="DDE1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DA6BC9B-253E-88F6-4236-50DA7195F1F3}"/>
              </a:ext>
            </a:extLst>
          </p:cNvPr>
          <p:cNvSpPr/>
          <p:nvPr/>
        </p:nvSpPr>
        <p:spPr>
          <a:xfrm>
            <a:off x="3541456" y="3230304"/>
            <a:ext cx="3097852" cy="3231654"/>
          </a:xfrm>
          <a:prstGeom prst="ellipse">
            <a:avLst/>
          </a:prstGeom>
          <a:noFill/>
          <a:ln w="889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13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7DC2D2-644E-4E7D-E858-A90F1A77D396}"/>
              </a:ext>
            </a:extLst>
          </p:cNvPr>
          <p:cNvSpPr txBox="1"/>
          <p:nvPr/>
        </p:nvSpPr>
        <p:spPr>
          <a:xfrm>
            <a:off x="-93861" y="2628018"/>
            <a:ext cx="43533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200" dirty="0">
                <a:solidFill>
                  <a:srgbClr val="FFD369"/>
                </a:solidFill>
              </a:rPr>
              <a:t>Minimalist </a:t>
            </a:r>
          </a:p>
          <a:p>
            <a:r>
              <a:rPr lang="de-DE" sz="7200" dirty="0">
                <a:solidFill>
                  <a:srgbClr val="0C7B93"/>
                </a:solidFill>
              </a:rPr>
              <a:t>Ring after</a:t>
            </a:r>
          </a:p>
          <a:p>
            <a:r>
              <a:rPr lang="de-DE" sz="6000" dirty="0">
                <a:solidFill>
                  <a:schemeClr val="accent2">
                    <a:lumMod val="50000"/>
                  </a:schemeClr>
                </a:solidFill>
              </a:rPr>
              <a:t>MissedCalls</a:t>
            </a:r>
            <a:endParaRPr lang="en-IN" sz="6000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1026" name="Picture 2" descr="Music, music note, music symbol, musical, note, sign icon - Download on  Iconfinder">
            <a:extLst>
              <a:ext uri="{FF2B5EF4-FFF2-40B4-BE49-F238E27FC236}">
                <a16:creationId xmlns:a16="http://schemas.microsoft.com/office/drawing/2014/main" id="{45DE4D2A-0801-8DCE-CCFB-0C10934D0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077" y="7520353"/>
            <a:ext cx="1014046" cy="1014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 descr="Music, music note, music symbol, musical, note, sign icon - Download on  Iconfinder">
            <a:extLst>
              <a:ext uri="{FF2B5EF4-FFF2-40B4-BE49-F238E27FC236}">
                <a16:creationId xmlns:a16="http://schemas.microsoft.com/office/drawing/2014/main" id="{9563AC94-AC00-5C86-7803-0D51DC29B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2388" y="8121160"/>
            <a:ext cx="1014046" cy="1014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2" descr="Music, music note, music symbol, musical, note, sign icon - Download on  Iconfinder">
            <a:extLst>
              <a:ext uri="{FF2B5EF4-FFF2-40B4-BE49-F238E27FC236}">
                <a16:creationId xmlns:a16="http://schemas.microsoft.com/office/drawing/2014/main" id="{37A5E772-7B4F-3C8A-24F2-EA5AECE8E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2124" y="8751276"/>
            <a:ext cx="1014046" cy="1014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696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07DF2D-CBF6-4AFB-106E-0C7A493159C8}"/>
              </a:ext>
            </a:extLst>
          </p:cNvPr>
          <p:cNvSpPr/>
          <p:nvPr/>
        </p:nvSpPr>
        <p:spPr>
          <a:xfrm>
            <a:off x="2678010" y="1746436"/>
            <a:ext cx="1080655" cy="1428779"/>
          </a:xfrm>
          <a:prstGeom prst="roundRect">
            <a:avLst>
              <a:gd name="adj" fmla="val 35129"/>
            </a:avLst>
          </a:prstGeom>
          <a:solidFill>
            <a:schemeClr val="tx2">
              <a:alpha val="1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7DC2D2-644E-4E7D-E858-A90F1A77D396}"/>
              </a:ext>
            </a:extLst>
          </p:cNvPr>
          <p:cNvSpPr txBox="1"/>
          <p:nvPr/>
        </p:nvSpPr>
        <p:spPr>
          <a:xfrm rot="20069576">
            <a:off x="715496" y="3239643"/>
            <a:ext cx="6382745" cy="3970318"/>
          </a:xfrm>
          <a:prstGeom prst="rect">
            <a:avLst/>
          </a:prstGeom>
          <a:noFill/>
          <a:ln w="63500">
            <a:noFill/>
          </a:ln>
        </p:spPr>
        <p:txBody>
          <a:bodyPr wrap="square" rtlCol="0">
            <a:spAutoFit/>
          </a:bodyPr>
          <a:lstStyle/>
          <a:p>
            <a:r>
              <a:rPr lang="de-DE" sz="10800" dirty="0">
                <a:solidFill>
                  <a:srgbClr val="FFD369"/>
                </a:solidFill>
              </a:rPr>
              <a:t>EEEEAZY </a:t>
            </a:r>
          </a:p>
          <a:p>
            <a:r>
              <a:rPr lang="de-DE" sz="7200" dirty="0">
                <a:solidFill>
                  <a:srgbClr val="0C7B93"/>
                </a:solidFill>
              </a:rPr>
              <a:t>Interface +</a:t>
            </a:r>
          </a:p>
          <a:p>
            <a:r>
              <a:rPr lang="de-DE" sz="7200" dirty="0">
                <a:solidFill>
                  <a:srgbClr val="800000"/>
                </a:solidFill>
              </a:rPr>
              <a:t>No Ads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5DF3D4-E1D0-9F44-16F0-5B3B0A402E2C}"/>
              </a:ext>
            </a:extLst>
          </p:cNvPr>
          <p:cNvSpPr txBox="1"/>
          <p:nvPr/>
        </p:nvSpPr>
        <p:spPr>
          <a:xfrm>
            <a:off x="124495" y="8925828"/>
            <a:ext cx="656180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4000" dirty="0">
                <a:solidFill>
                  <a:schemeClr val="accent2">
                    <a:lumMod val="50000"/>
                  </a:schemeClr>
                </a:solidFill>
              </a:rPr>
              <a:t>No Complicated options</a:t>
            </a:r>
          </a:p>
          <a:p>
            <a:pPr algn="r"/>
            <a:endParaRPr lang="de-DE" sz="4000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de-DE" sz="4000" dirty="0">
                <a:solidFill>
                  <a:srgbClr val="002060"/>
                </a:solidFill>
              </a:rPr>
              <a:t>Just Tap to start and l</a:t>
            </a:r>
            <a:r>
              <a:rPr lang="de-DE" sz="4000" dirty="0">
                <a:solidFill>
                  <a:schemeClr val="bg2">
                    <a:lumMod val="25000"/>
                  </a:schemeClr>
                </a:solidFill>
              </a:rPr>
              <a:t>et the App handle the rest</a:t>
            </a:r>
            <a:endParaRPr lang="en-IN" sz="4000" dirty="0">
              <a:solidFill>
                <a:srgbClr val="800000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B20A3F9-3508-0328-9EF3-CA1B9507EC07}"/>
              </a:ext>
            </a:extLst>
          </p:cNvPr>
          <p:cNvSpPr/>
          <p:nvPr/>
        </p:nvSpPr>
        <p:spPr>
          <a:xfrm>
            <a:off x="203098" y="1783538"/>
            <a:ext cx="1529523" cy="2219349"/>
          </a:xfrm>
          <a:prstGeom prst="roundRect">
            <a:avLst>
              <a:gd name="adj" fmla="val 17737"/>
            </a:avLst>
          </a:prstGeom>
          <a:solidFill>
            <a:schemeClr val="accent4">
              <a:lumMod val="60000"/>
              <a:lumOff val="40000"/>
              <a:alpha val="1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90CFCCC-4A58-2655-A2D7-AA43FFFC0356}"/>
              </a:ext>
            </a:extLst>
          </p:cNvPr>
          <p:cNvSpPr/>
          <p:nvPr/>
        </p:nvSpPr>
        <p:spPr>
          <a:xfrm>
            <a:off x="125395" y="96073"/>
            <a:ext cx="5974358" cy="1428779"/>
          </a:xfrm>
          <a:prstGeom prst="roundRect">
            <a:avLst>
              <a:gd name="adj" fmla="val 35129"/>
            </a:avLst>
          </a:prstGeom>
          <a:solidFill>
            <a:schemeClr val="tx1">
              <a:alpha val="1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7D5C82-EC6B-9A8C-7BE9-F30EE13451E0}"/>
              </a:ext>
            </a:extLst>
          </p:cNvPr>
          <p:cNvSpPr/>
          <p:nvPr/>
        </p:nvSpPr>
        <p:spPr>
          <a:xfrm>
            <a:off x="5237036" y="3587433"/>
            <a:ext cx="1554497" cy="1987660"/>
          </a:xfrm>
          <a:prstGeom prst="roundRect">
            <a:avLst>
              <a:gd name="adj" fmla="val 50000"/>
            </a:avLst>
          </a:prstGeom>
          <a:solidFill>
            <a:srgbClr val="0070C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DA77235-A60A-12E7-0CA4-AC7D0D4A78C5}"/>
              </a:ext>
            </a:extLst>
          </p:cNvPr>
          <p:cNvSpPr/>
          <p:nvPr/>
        </p:nvSpPr>
        <p:spPr>
          <a:xfrm>
            <a:off x="124495" y="7152439"/>
            <a:ext cx="1080655" cy="1428779"/>
          </a:xfrm>
          <a:prstGeom prst="roundRect">
            <a:avLst>
              <a:gd name="adj" fmla="val 35129"/>
            </a:avLst>
          </a:prstGeom>
          <a:solidFill>
            <a:srgbClr val="00B05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1A812F26-459E-87A2-423B-1ACEBBC8F149}"/>
              </a:ext>
            </a:extLst>
          </p:cNvPr>
          <p:cNvSpPr/>
          <p:nvPr/>
        </p:nvSpPr>
        <p:spPr>
          <a:xfrm rot="5400000">
            <a:off x="2337672" y="4986326"/>
            <a:ext cx="2294312" cy="2219349"/>
          </a:xfrm>
          <a:prstGeom prst="triangle">
            <a:avLst/>
          </a:prstGeom>
          <a:solidFill>
            <a:srgbClr val="64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E687132-3172-2ECC-855C-AF7567A2B238}"/>
              </a:ext>
            </a:extLst>
          </p:cNvPr>
          <p:cNvSpPr/>
          <p:nvPr/>
        </p:nvSpPr>
        <p:spPr>
          <a:xfrm>
            <a:off x="5224178" y="7156370"/>
            <a:ext cx="1080655" cy="1428779"/>
          </a:xfrm>
          <a:prstGeom prst="roundRect">
            <a:avLst>
              <a:gd name="adj" fmla="val 35129"/>
            </a:avLst>
          </a:prstGeom>
          <a:solidFill>
            <a:schemeClr val="accent3">
              <a:lumMod val="75000"/>
              <a:alpha val="1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7C9632B-EE89-CCF9-9E40-EA13D57A5A2F}"/>
              </a:ext>
            </a:extLst>
          </p:cNvPr>
          <p:cNvSpPr/>
          <p:nvPr/>
        </p:nvSpPr>
        <p:spPr>
          <a:xfrm>
            <a:off x="4478770" y="10133145"/>
            <a:ext cx="1080655" cy="1428779"/>
          </a:xfrm>
          <a:prstGeom prst="roundRect">
            <a:avLst>
              <a:gd name="adj" fmla="val 35129"/>
            </a:avLst>
          </a:prstGeom>
          <a:solidFill>
            <a:srgbClr val="92D05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177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7DC2D2-644E-4E7D-E858-A90F1A77D396}"/>
              </a:ext>
            </a:extLst>
          </p:cNvPr>
          <p:cNvSpPr txBox="1"/>
          <p:nvPr/>
        </p:nvSpPr>
        <p:spPr>
          <a:xfrm>
            <a:off x="-435081" y="1095884"/>
            <a:ext cx="7680960" cy="3939540"/>
          </a:xfrm>
          <a:prstGeom prst="rect">
            <a:avLst/>
          </a:prstGeom>
          <a:noFill/>
          <a:ln w="635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0000" dirty="0">
                <a:solidFill>
                  <a:srgbClr val="FFD369"/>
                </a:solidFill>
              </a:rPr>
              <a:t>Maximum</a:t>
            </a:r>
          </a:p>
          <a:p>
            <a:pPr algn="ctr"/>
            <a:r>
              <a:rPr lang="de-DE" sz="15000" dirty="0">
                <a:solidFill>
                  <a:srgbClr val="0C7B93"/>
                </a:solidFill>
              </a:rPr>
              <a:t>Privacy</a:t>
            </a:r>
            <a:endParaRPr lang="de-DE" sz="15000" dirty="0">
              <a:solidFill>
                <a:srgbClr val="8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5DF3D4-E1D0-9F44-16F0-5B3B0A402E2C}"/>
              </a:ext>
            </a:extLst>
          </p:cNvPr>
          <p:cNvSpPr txBox="1"/>
          <p:nvPr/>
        </p:nvSpPr>
        <p:spPr>
          <a:xfrm>
            <a:off x="124495" y="8492188"/>
            <a:ext cx="65618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4000" dirty="0">
                <a:solidFill>
                  <a:schemeClr val="bg2">
                    <a:lumMod val="10000"/>
                  </a:schemeClr>
                </a:solidFill>
              </a:rPr>
              <a:t>No User Data leaves the Device without active user action.</a:t>
            </a:r>
          </a:p>
          <a:p>
            <a:pPr algn="r"/>
            <a:endParaRPr lang="de-DE" sz="4000" dirty="0">
              <a:solidFill>
                <a:schemeClr val="accent2">
                  <a:lumMod val="50000"/>
                </a:schemeClr>
              </a:solidFill>
            </a:endParaRPr>
          </a:p>
          <a:p>
            <a:r>
              <a:rPr lang="de-DE" sz="4000" dirty="0">
                <a:solidFill>
                  <a:schemeClr val="accent2">
                    <a:lumMod val="50000"/>
                  </a:schemeClr>
                </a:solidFill>
              </a:rPr>
              <a:t>No Internet Required</a:t>
            </a:r>
            <a:endParaRPr lang="en-IN" sz="4000" dirty="0">
              <a:solidFill>
                <a:srgbClr val="800000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A0E98CA-CA0F-CBF3-BF76-0EB2CB5E68D8}"/>
              </a:ext>
            </a:extLst>
          </p:cNvPr>
          <p:cNvGrpSpPr/>
          <p:nvPr/>
        </p:nvGrpSpPr>
        <p:grpSpPr>
          <a:xfrm>
            <a:off x="2715072" y="5035424"/>
            <a:ext cx="1779666" cy="1566842"/>
            <a:chOff x="2539167" y="5769346"/>
            <a:chExt cx="1779666" cy="1566842"/>
          </a:xfrm>
        </p:grpSpPr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0DC70805-2A6D-DADA-3990-0AB3A62D2859}"/>
                </a:ext>
              </a:extLst>
            </p:cNvPr>
            <p:cNvSpPr/>
            <p:nvPr/>
          </p:nvSpPr>
          <p:spPr>
            <a:xfrm>
              <a:off x="2539167" y="5769346"/>
              <a:ext cx="1779666" cy="1230284"/>
            </a:xfrm>
            <a:prstGeom prst="blockArc">
              <a:avLst/>
            </a:prstGeom>
            <a:solidFill>
              <a:schemeClr val="tx2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6" name="Block Arc 5">
              <a:extLst>
                <a:ext uri="{FF2B5EF4-FFF2-40B4-BE49-F238E27FC236}">
                  <a16:creationId xmlns:a16="http://schemas.microsoft.com/office/drawing/2014/main" id="{2B909BEC-A2E0-5C9C-59D0-87208C751C98}"/>
                </a:ext>
              </a:extLst>
            </p:cNvPr>
            <p:cNvSpPr/>
            <p:nvPr/>
          </p:nvSpPr>
          <p:spPr>
            <a:xfrm>
              <a:off x="2827273" y="6369768"/>
              <a:ext cx="1203453" cy="966420"/>
            </a:xfrm>
            <a:prstGeom prst="blockArc">
              <a:avLst/>
            </a:prstGeom>
            <a:solidFill>
              <a:schemeClr val="bg2">
                <a:lumMod val="25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CB0B1AD-A871-17F2-EE26-1978A7CD32E7}"/>
                </a:ext>
              </a:extLst>
            </p:cNvPr>
            <p:cNvSpPr/>
            <p:nvPr/>
          </p:nvSpPr>
          <p:spPr>
            <a:xfrm>
              <a:off x="3196243" y="6733466"/>
              <a:ext cx="465512" cy="532328"/>
            </a:xfrm>
            <a:prstGeom prst="ellipse">
              <a:avLst/>
            </a:prstGeom>
            <a:solidFill>
              <a:schemeClr val="tx2">
                <a:lumMod val="5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48DED0E-7B4C-1F48-B690-D543D0628770}"/>
              </a:ext>
            </a:extLst>
          </p:cNvPr>
          <p:cNvGrpSpPr/>
          <p:nvPr/>
        </p:nvGrpSpPr>
        <p:grpSpPr>
          <a:xfrm>
            <a:off x="424868" y="5650566"/>
            <a:ext cx="1779666" cy="1566842"/>
            <a:chOff x="2539167" y="5769346"/>
            <a:chExt cx="1779666" cy="1566842"/>
          </a:xfrm>
        </p:grpSpPr>
        <p:sp>
          <p:nvSpPr>
            <p:cNvPr id="14" name="Block Arc 13">
              <a:extLst>
                <a:ext uri="{FF2B5EF4-FFF2-40B4-BE49-F238E27FC236}">
                  <a16:creationId xmlns:a16="http://schemas.microsoft.com/office/drawing/2014/main" id="{A678E742-3515-9C1E-84D2-570A3928D899}"/>
                </a:ext>
              </a:extLst>
            </p:cNvPr>
            <p:cNvSpPr/>
            <p:nvPr/>
          </p:nvSpPr>
          <p:spPr>
            <a:xfrm>
              <a:off x="2539167" y="5769346"/>
              <a:ext cx="1779666" cy="1230284"/>
            </a:xfrm>
            <a:prstGeom prst="blockArc">
              <a:avLst/>
            </a:prstGeom>
            <a:solidFill>
              <a:schemeClr val="tx2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15" name="Block Arc 14">
              <a:extLst>
                <a:ext uri="{FF2B5EF4-FFF2-40B4-BE49-F238E27FC236}">
                  <a16:creationId xmlns:a16="http://schemas.microsoft.com/office/drawing/2014/main" id="{E1539CEC-E6D7-6C8E-8315-97169C82EC2B}"/>
                </a:ext>
              </a:extLst>
            </p:cNvPr>
            <p:cNvSpPr/>
            <p:nvPr/>
          </p:nvSpPr>
          <p:spPr>
            <a:xfrm>
              <a:off x="2827273" y="6369768"/>
              <a:ext cx="1203453" cy="966420"/>
            </a:xfrm>
            <a:prstGeom prst="blockArc">
              <a:avLst/>
            </a:prstGeom>
            <a:solidFill>
              <a:schemeClr val="bg2">
                <a:lumMod val="25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969E863-64A7-F5AD-B60A-798B0BFDA9C5}"/>
                </a:ext>
              </a:extLst>
            </p:cNvPr>
            <p:cNvSpPr/>
            <p:nvPr/>
          </p:nvSpPr>
          <p:spPr>
            <a:xfrm>
              <a:off x="3196243" y="6733466"/>
              <a:ext cx="465512" cy="532328"/>
            </a:xfrm>
            <a:prstGeom prst="ellipse">
              <a:avLst/>
            </a:prstGeom>
            <a:solidFill>
              <a:schemeClr val="tx2">
                <a:lumMod val="5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400C265-7132-4DE4-C1B1-AA467C3E4C56}"/>
              </a:ext>
            </a:extLst>
          </p:cNvPr>
          <p:cNvGrpSpPr/>
          <p:nvPr/>
        </p:nvGrpSpPr>
        <p:grpSpPr>
          <a:xfrm>
            <a:off x="4762432" y="5650566"/>
            <a:ext cx="1779666" cy="1566842"/>
            <a:chOff x="2539167" y="5769346"/>
            <a:chExt cx="1779666" cy="1566842"/>
          </a:xfrm>
        </p:grpSpPr>
        <p:sp>
          <p:nvSpPr>
            <p:cNvPr id="19" name="Block Arc 18">
              <a:extLst>
                <a:ext uri="{FF2B5EF4-FFF2-40B4-BE49-F238E27FC236}">
                  <a16:creationId xmlns:a16="http://schemas.microsoft.com/office/drawing/2014/main" id="{64783DEC-55E4-F6ED-9035-744294362932}"/>
                </a:ext>
              </a:extLst>
            </p:cNvPr>
            <p:cNvSpPr/>
            <p:nvPr/>
          </p:nvSpPr>
          <p:spPr>
            <a:xfrm>
              <a:off x="2539167" y="5769346"/>
              <a:ext cx="1779666" cy="1230284"/>
            </a:xfrm>
            <a:prstGeom prst="blockArc">
              <a:avLst/>
            </a:prstGeom>
            <a:solidFill>
              <a:schemeClr val="tx2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21" name="Block Arc 20">
              <a:extLst>
                <a:ext uri="{FF2B5EF4-FFF2-40B4-BE49-F238E27FC236}">
                  <a16:creationId xmlns:a16="http://schemas.microsoft.com/office/drawing/2014/main" id="{F182E8A0-E819-B662-76B7-B9663A19888F}"/>
                </a:ext>
              </a:extLst>
            </p:cNvPr>
            <p:cNvSpPr/>
            <p:nvPr/>
          </p:nvSpPr>
          <p:spPr>
            <a:xfrm>
              <a:off x="2827273" y="6369768"/>
              <a:ext cx="1203453" cy="966420"/>
            </a:xfrm>
            <a:prstGeom prst="blockArc">
              <a:avLst/>
            </a:prstGeom>
            <a:solidFill>
              <a:schemeClr val="bg2">
                <a:lumMod val="25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3E0D44F-56B2-F104-4396-43AE283349DF}"/>
                </a:ext>
              </a:extLst>
            </p:cNvPr>
            <p:cNvSpPr/>
            <p:nvPr/>
          </p:nvSpPr>
          <p:spPr>
            <a:xfrm>
              <a:off x="3196243" y="6733466"/>
              <a:ext cx="465512" cy="532328"/>
            </a:xfrm>
            <a:prstGeom prst="ellipse">
              <a:avLst/>
            </a:prstGeom>
            <a:solidFill>
              <a:schemeClr val="tx2">
                <a:lumMod val="5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6AFD08D-EDEE-FC2A-FCBA-EEBD421C72FD}"/>
              </a:ext>
            </a:extLst>
          </p:cNvPr>
          <p:cNvGrpSpPr/>
          <p:nvPr/>
        </p:nvGrpSpPr>
        <p:grpSpPr>
          <a:xfrm>
            <a:off x="424868" y="7817830"/>
            <a:ext cx="6117230" cy="325380"/>
            <a:chOff x="424868" y="7817830"/>
            <a:chExt cx="6117230" cy="395774"/>
          </a:xfrm>
        </p:grpSpPr>
        <p:sp>
          <p:nvSpPr>
            <p:cNvPr id="32" name="Rectangle: Top Corners Snipped 31">
              <a:extLst>
                <a:ext uri="{FF2B5EF4-FFF2-40B4-BE49-F238E27FC236}">
                  <a16:creationId xmlns:a16="http://schemas.microsoft.com/office/drawing/2014/main" id="{F1D22243-16D7-FF45-1B74-0EC49482AF82}"/>
                </a:ext>
              </a:extLst>
            </p:cNvPr>
            <p:cNvSpPr/>
            <p:nvPr/>
          </p:nvSpPr>
          <p:spPr>
            <a:xfrm>
              <a:off x="424868" y="7817830"/>
              <a:ext cx="6117230" cy="395774"/>
            </a:xfrm>
            <a:prstGeom prst="snip2Same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2FDD82D-B568-99D7-A64C-51CE59146990}"/>
                </a:ext>
              </a:extLst>
            </p:cNvPr>
            <p:cNvSpPr/>
            <p:nvPr/>
          </p:nvSpPr>
          <p:spPr>
            <a:xfrm>
              <a:off x="1484415" y="7954001"/>
              <a:ext cx="720119" cy="12343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E13609-EBDC-CAE2-A844-737F0C0D70D2}"/>
                </a:ext>
              </a:extLst>
            </p:cNvPr>
            <p:cNvSpPr/>
            <p:nvPr/>
          </p:nvSpPr>
          <p:spPr>
            <a:xfrm>
              <a:off x="2572261" y="7954001"/>
              <a:ext cx="288106" cy="12343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ADC38A3-0BD2-36B6-8DAC-78FBC6C47FB7}"/>
                </a:ext>
              </a:extLst>
            </p:cNvPr>
            <p:cNvSpPr/>
            <p:nvPr/>
          </p:nvSpPr>
          <p:spPr>
            <a:xfrm>
              <a:off x="3144725" y="7960563"/>
              <a:ext cx="288106" cy="12343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D629FB-57F8-6EE2-43BB-1D85BD95564B}"/>
              </a:ext>
            </a:extLst>
          </p:cNvPr>
          <p:cNvCxnSpPr>
            <a:cxnSpLocks/>
          </p:cNvCxnSpPr>
          <p:nvPr/>
        </p:nvCxnSpPr>
        <p:spPr>
          <a:xfrm>
            <a:off x="510570" y="5533079"/>
            <a:ext cx="1612981" cy="1613935"/>
          </a:xfrm>
          <a:prstGeom prst="line">
            <a:avLst/>
          </a:prstGeom>
          <a:ln w="190500">
            <a:solidFill>
              <a:srgbClr val="640000">
                <a:alpha val="6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CBB912C-CD40-0505-3292-11E52EFAE6C6}"/>
              </a:ext>
            </a:extLst>
          </p:cNvPr>
          <p:cNvCxnSpPr>
            <a:cxnSpLocks/>
          </p:cNvCxnSpPr>
          <p:nvPr/>
        </p:nvCxnSpPr>
        <p:spPr>
          <a:xfrm>
            <a:off x="2634612" y="4917937"/>
            <a:ext cx="1612981" cy="1613935"/>
          </a:xfrm>
          <a:prstGeom prst="line">
            <a:avLst/>
          </a:prstGeom>
          <a:ln w="190500">
            <a:solidFill>
              <a:srgbClr val="640000">
                <a:alpha val="6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EC7389F-FD61-82C0-BEE0-F1EA335A25E6}"/>
              </a:ext>
            </a:extLst>
          </p:cNvPr>
          <p:cNvCxnSpPr>
            <a:cxnSpLocks/>
          </p:cNvCxnSpPr>
          <p:nvPr/>
        </p:nvCxnSpPr>
        <p:spPr>
          <a:xfrm>
            <a:off x="4653468" y="5399122"/>
            <a:ext cx="1612981" cy="1613935"/>
          </a:xfrm>
          <a:prstGeom prst="line">
            <a:avLst/>
          </a:prstGeom>
          <a:ln w="190500">
            <a:solidFill>
              <a:srgbClr val="640000">
                <a:alpha val="6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263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Top Corners Rounded 38">
            <a:extLst>
              <a:ext uri="{FF2B5EF4-FFF2-40B4-BE49-F238E27FC236}">
                <a16:creationId xmlns:a16="http://schemas.microsoft.com/office/drawing/2014/main" id="{22F07FBC-00E2-8927-662D-E738E21D9914}"/>
              </a:ext>
            </a:extLst>
          </p:cNvPr>
          <p:cNvSpPr/>
          <p:nvPr/>
        </p:nvSpPr>
        <p:spPr>
          <a:xfrm>
            <a:off x="612371" y="7283053"/>
            <a:ext cx="5511338" cy="4908947"/>
          </a:xfrm>
          <a:prstGeom prst="round2SameRect">
            <a:avLst>
              <a:gd name="adj1" fmla="val 5166"/>
              <a:gd name="adj2" fmla="val 0"/>
            </a:avLst>
          </a:prstGeom>
          <a:solidFill>
            <a:srgbClr val="DDE1ED"/>
          </a:solidFill>
          <a:ln w="127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Rectangle: Top Corners Rounded 31">
            <a:extLst>
              <a:ext uri="{FF2B5EF4-FFF2-40B4-BE49-F238E27FC236}">
                <a16:creationId xmlns:a16="http://schemas.microsoft.com/office/drawing/2014/main" id="{04AA2599-A007-70E7-E497-F17F579AC3B6}"/>
              </a:ext>
            </a:extLst>
          </p:cNvPr>
          <p:cNvSpPr/>
          <p:nvPr/>
        </p:nvSpPr>
        <p:spPr>
          <a:xfrm>
            <a:off x="715419" y="7340843"/>
            <a:ext cx="5358938" cy="47197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1"/>
          </a:solidFill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7DC2D2-644E-4E7D-E858-A90F1A77D396}"/>
              </a:ext>
            </a:extLst>
          </p:cNvPr>
          <p:cNvSpPr txBox="1"/>
          <p:nvPr/>
        </p:nvSpPr>
        <p:spPr>
          <a:xfrm>
            <a:off x="715419" y="3398081"/>
            <a:ext cx="4952125" cy="29854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200" dirty="0">
                <a:solidFill>
                  <a:srgbClr val="FFD369"/>
                </a:solidFill>
              </a:rPr>
              <a:t>Reach </a:t>
            </a:r>
          </a:p>
          <a:p>
            <a:r>
              <a:rPr lang="de-DE" sz="7200" dirty="0">
                <a:solidFill>
                  <a:srgbClr val="0C7B93"/>
                </a:solidFill>
              </a:rPr>
              <a:t>A Friend</a:t>
            </a:r>
          </a:p>
          <a:p>
            <a:r>
              <a:rPr lang="de-DE" sz="4400" dirty="0">
                <a:solidFill>
                  <a:schemeClr val="accent2">
                    <a:lumMod val="50000"/>
                  </a:schemeClr>
                </a:solidFill>
              </a:rPr>
              <a:t>With Alarm Message</a:t>
            </a:r>
            <a:endParaRPr lang="en-IN" sz="4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3434DDA7-4EDF-5AC9-6501-5ADA92C36A97}"/>
              </a:ext>
            </a:extLst>
          </p:cNvPr>
          <p:cNvSpPr/>
          <p:nvPr/>
        </p:nvSpPr>
        <p:spPr>
          <a:xfrm>
            <a:off x="4586379" y="4148015"/>
            <a:ext cx="945740" cy="746637"/>
          </a:xfrm>
          <a:prstGeom prst="wedgeRoundRectCallout">
            <a:avLst>
              <a:gd name="adj1" fmla="val -3874"/>
              <a:gd name="adj2" fmla="val 90648"/>
              <a:gd name="adj3" fmla="val 16667"/>
            </a:avLst>
          </a:prstGeom>
          <a:noFill/>
          <a:ln w="127000" cap="flat" cmpd="sng" algn="ctr">
            <a:solidFill>
              <a:srgbClr val="64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4500" dirty="0">
                <a:solidFill>
                  <a:srgbClr val="5E0B15"/>
                </a:solidFill>
              </a:rPr>
              <a:t>!</a:t>
            </a:r>
            <a:endParaRPr lang="en-IN" sz="4500" dirty="0">
              <a:solidFill>
                <a:srgbClr val="5E0B15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9EA9E23-8B6D-423F-E883-B349C5400B38}"/>
              </a:ext>
            </a:extLst>
          </p:cNvPr>
          <p:cNvGrpSpPr/>
          <p:nvPr/>
        </p:nvGrpSpPr>
        <p:grpSpPr>
          <a:xfrm>
            <a:off x="734292" y="7928527"/>
            <a:ext cx="5276166" cy="1429788"/>
            <a:chOff x="734292" y="7928527"/>
            <a:chExt cx="5276166" cy="1429788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DC75807A-5FE9-609B-D997-7E7C24BA34D6}"/>
                </a:ext>
              </a:extLst>
            </p:cNvPr>
            <p:cNvSpPr/>
            <p:nvPr/>
          </p:nvSpPr>
          <p:spPr>
            <a:xfrm>
              <a:off x="734292" y="7928527"/>
              <a:ext cx="5276166" cy="1429788"/>
            </a:xfrm>
            <a:prstGeom prst="roundRect">
              <a:avLst>
                <a:gd name="adj" fmla="val 32946"/>
              </a:avLst>
            </a:prstGeom>
            <a:solidFill>
              <a:schemeClr val="tx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de-DE" dirty="0"/>
            </a:p>
            <a:p>
              <a:pPr algn="r"/>
              <a:endParaRPr lang="de-DE" sz="3200" dirty="0"/>
            </a:p>
            <a:p>
              <a:pPr algn="r"/>
              <a:r>
                <a:rPr lang="de-DE" sz="3200" dirty="0"/>
                <a:t>Quiet Exceptional Alarm</a:t>
              </a:r>
              <a:endParaRPr lang="en-IN" sz="3200" dirty="0"/>
            </a:p>
          </p:txBody>
        </p:sp>
        <p:sp>
          <p:nvSpPr>
            <p:cNvPr id="29" name="Speech Bubble: Rectangle with Corners Rounded 28">
              <a:extLst>
                <a:ext uri="{FF2B5EF4-FFF2-40B4-BE49-F238E27FC236}">
                  <a16:creationId xmlns:a16="http://schemas.microsoft.com/office/drawing/2014/main" id="{C66E2BEB-17BB-8FC2-6EB0-1D0521E0293F}"/>
                </a:ext>
              </a:extLst>
            </p:cNvPr>
            <p:cNvSpPr/>
            <p:nvPr/>
          </p:nvSpPr>
          <p:spPr>
            <a:xfrm>
              <a:off x="981933" y="8098528"/>
              <a:ext cx="460916" cy="360069"/>
            </a:xfrm>
            <a:prstGeom prst="wedgeRoundRectCallout">
              <a:avLst>
                <a:gd name="adj1" fmla="val -3874"/>
                <a:gd name="adj2" fmla="val 90648"/>
                <a:gd name="adj3" fmla="val 16667"/>
              </a:avLst>
            </a:prstGeom>
            <a:noFill/>
            <a:ln w="47625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sz="4500" dirty="0">
                <a:solidFill>
                  <a:srgbClr val="5E0B15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06C1AB9-1B85-F7C6-2D9C-231ACD769AF6}"/>
                </a:ext>
              </a:extLst>
            </p:cNvPr>
            <p:cNvSpPr txBox="1"/>
            <p:nvPr/>
          </p:nvSpPr>
          <p:spPr>
            <a:xfrm>
              <a:off x="1557937" y="8093896"/>
              <a:ext cx="14394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FFFF"/>
                  </a:solidFill>
                </a:rPr>
                <a:t>Message App</a:t>
              </a:r>
              <a:endParaRPr lang="en-IN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56D2DEA-445B-C881-E810-4B6718C8D4B3}"/>
              </a:ext>
            </a:extLst>
          </p:cNvPr>
          <p:cNvGrpSpPr/>
          <p:nvPr/>
        </p:nvGrpSpPr>
        <p:grpSpPr>
          <a:xfrm>
            <a:off x="715419" y="9474023"/>
            <a:ext cx="5216386" cy="1429788"/>
            <a:chOff x="715419" y="9265372"/>
            <a:chExt cx="5216386" cy="1429788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85B4A31-8F63-A32D-B5A1-F7B437516D5F}"/>
                </a:ext>
              </a:extLst>
            </p:cNvPr>
            <p:cNvSpPr/>
            <p:nvPr/>
          </p:nvSpPr>
          <p:spPr>
            <a:xfrm>
              <a:off x="715419" y="9265372"/>
              <a:ext cx="5216386" cy="1429788"/>
            </a:xfrm>
            <a:prstGeom prst="roundRect">
              <a:avLst>
                <a:gd name="adj" fmla="val 32946"/>
              </a:avLst>
            </a:prstGeom>
            <a:solidFill>
              <a:schemeClr val="tx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de-DE" dirty="0"/>
            </a:p>
            <a:p>
              <a:pPr algn="r"/>
              <a:endParaRPr lang="de-DE" sz="3200" dirty="0"/>
            </a:p>
            <a:p>
              <a:pPr algn="r"/>
              <a:r>
                <a:rPr lang="de-DE" sz="3200" dirty="0"/>
                <a:t>Tap to stop ringing</a:t>
              </a:r>
              <a:endParaRPr lang="en-IN" sz="32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105C6DF-5B69-969E-66C2-8FFD2C5BFAE5}"/>
                </a:ext>
              </a:extLst>
            </p:cNvPr>
            <p:cNvSpPr txBox="1"/>
            <p:nvPr/>
          </p:nvSpPr>
          <p:spPr>
            <a:xfrm>
              <a:off x="1557937" y="9430741"/>
              <a:ext cx="18363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FFFF"/>
                  </a:solidFill>
                </a:rPr>
                <a:t>Quiet Exceptional</a:t>
              </a:r>
              <a:endParaRPr lang="en-IN" dirty="0">
                <a:solidFill>
                  <a:srgbClr val="FFFFFF"/>
                </a:solidFill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E25B56E-A7F3-6A9D-ECFA-DC0C3B62577B}"/>
                </a:ext>
              </a:extLst>
            </p:cNvPr>
            <p:cNvSpPr txBox="1"/>
            <p:nvPr/>
          </p:nvSpPr>
          <p:spPr>
            <a:xfrm>
              <a:off x="926195" y="9265372"/>
              <a:ext cx="50206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3600" b="1" dirty="0">
                  <a:solidFill>
                    <a:srgbClr val="FFFFFF"/>
                  </a:solidFill>
                </a:rPr>
                <a:t>Q</a:t>
              </a:r>
              <a:endParaRPr lang="en-IN" sz="3600" b="1" dirty="0">
                <a:solidFill>
                  <a:srgbClr val="FFFFFF"/>
                </a:solidFill>
              </a:endParaRPr>
            </a:p>
          </p:txBody>
        </p:sp>
      </p:grpSp>
      <p:sp>
        <p:nvSpPr>
          <p:cNvPr id="41" name="Oval 40">
            <a:extLst>
              <a:ext uri="{FF2B5EF4-FFF2-40B4-BE49-F238E27FC236}">
                <a16:creationId xmlns:a16="http://schemas.microsoft.com/office/drawing/2014/main" id="{E61DC83A-A9A6-DBC0-9CA6-3E9F2C7B2ADF}"/>
              </a:ext>
            </a:extLst>
          </p:cNvPr>
          <p:cNvSpPr/>
          <p:nvPr/>
        </p:nvSpPr>
        <p:spPr>
          <a:xfrm>
            <a:off x="3250972" y="7360605"/>
            <a:ext cx="277781" cy="323492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6134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120E9F-02FD-16FB-1F19-8A7991437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915" y="4427577"/>
            <a:ext cx="438912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29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6CA6161-E05D-14EC-747C-79319681E604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01" t="5779" r="25999" b="3111"/>
          <a:stretch/>
        </p:blipFill>
        <p:spPr>
          <a:xfrm>
            <a:off x="1577340" y="4390073"/>
            <a:ext cx="3442500" cy="344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92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69</Words>
  <Application>Microsoft Office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swathi ramadoss</dc:creator>
  <cp:lastModifiedBy>swathi ramadoss</cp:lastModifiedBy>
  <cp:revision>69</cp:revision>
  <dcterms:created xsi:type="dcterms:W3CDTF">2024-01-04T11:35:11Z</dcterms:created>
  <dcterms:modified xsi:type="dcterms:W3CDTF">2024-06-06T21:43:18Z</dcterms:modified>
</cp:coreProperties>
</file>