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7" r:id="rId4"/>
    <p:sldId id="263" r:id="rId5"/>
    <p:sldId id="264" r:id="rId6"/>
    <p:sldId id="266" r:id="rId7"/>
    <p:sldId id="265" r:id="rId8"/>
    <p:sldId id="262" r:id="rId9"/>
    <p:sldId id="268" r:id="rId10"/>
    <p:sldId id="260" r:id="rId11"/>
    <p:sldId id="258" r:id="rId1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69"/>
    <a:srgbClr val="800000"/>
    <a:srgbClr val="5E0B15"/>
    <a:srgbClr val="0C0C1E"/>
    <a:srgbClr val="FFFFFF"/>
    <a:srgbClr val="462300"/>
    <a:srgbClr val="640000"/>
    <a:srgbClr val="DDE1ED"/>
    <a:srgbClr val="FFCC99"/>
    <a:srgbClr val="FFF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4" autoAdjust="0"/>
    <p:restoredTop sz="94660"/>
  </p:normalViewPr>
  <p:slideViewPr>
    <p:cSldViewPr snapToGrid="0">
      <p:cViewPr varScale="1">
        <p:scale>
          <a:sx n="46" d="100"/>
          <a:sy n="46" d="100"/>
        </p:scale>
        <p:origin x="252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6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9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15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7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19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54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49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54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1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448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0ADC-C495-4E7E-87E7-0599689638EE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F1612-EAD9-4BD2-A986-F83F44566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60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 rot="1406919">
            <a:off x="1485393" y="4228889"/>
            <a:ext cx="3534942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500" dirty="0">
                <a:solidFill>
                  <a:srgbClr val="FFD369"/>
                </a:solidFill>
              </a:rPr>
              <a:t>Q</a:t>
            </a:r>
            <a:r>
              <a:rPr lang="de-DE" sz="22500" dirty="0">
                <a:solidFill>
                  <a:srgbClr val="0C7B93"/>
                </a:solidFill>
              </a:rPr>
              <a:t>E</a:t>
            </a:r>
            <a:endParaRPr lang="en-IN" sz="22500" dirty="0">
              <a:solidFill>
                <a:srgbClr val="0C7B9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081262-B5BE-DF49-6C17-16D72C7CE4A4}"/>
              </a:ext>
            </a:extLst>
          </p:cNvPr>
          <p:cNvCxnSpPr>
            <a:cxnSpLocks/>
          </p:cNvCxnSpPr>
          <p:nvPr/>
        </p:nvCxnSpPr>
        <p:spPr>
          <a:xfrm>
            <a:off x="4086470" y="5167872"/>
            <a:ext cx="2663598" cy="1190050"/>
          </a:xfrm>
          <a:prstGeom prst="line">
            <a:avLst/>
          </a:prstGeom>
          <a:ln w="254000">
            <a:solidFill>
              <a:srgbClr val="DDE1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C8D813-DCB4-4062-5013-E7306638FC2E}"/>
              </a:ext>
            </a:extLst>
          </p:cNvPr>
          <p:cNvCxnSpPr>
            <a:cxnSpLocks/>
          </p:cNvCxnSpPr>
          <p:nvPr/>
        </p:nvCxnSpPr>
        <p:spPr>
          <a:xfrm>
            <a:off x="107933" y="5762897"/>
            <a:ext cx="2130879" cy="1108302"/>
          </a:xfrm>
          <a:prstGeom prst="line">
            <a:avLst/>
          </a:prstGeom>
          <a:ln w="254000">
            <a:solidFill>
              <a:srgbClr val="DDE1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18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193913" y="4443645"/>
            <a:ext cx="3820213" cy="196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75" dirty="0">
                <a:solidFill>
                  <a:srgbClr val="FFD369"/>
                </a:solidFill>
              </a:rPr>
              <a:t>Quiet </a:t>
            </a:r>
          </a:p>
          <a:p>
            <a:r>
              <a:rPr lang="de-DE" sz="6075" dirty="0">
                <a:solidFill>
                  <a:srgbClr val="0C7B93"/>
                </a:solidFill>
              </a:rPr>
              <a:t>Exceptional</a:t>
            </a:r>
            <a:endParaRPr lang="en-IN" sz="6075" dirty="0">
              <a:solidFill>
                <a:srgbClr val="0C7B93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65E8AFE-5BF7-5380-AEDA-A21A62B4D702}"/>
              </a:ext>
            </a:extLst>
          </p:cNvPr>
          <p:cNvSpPr/>
          <p:nvPr/>
        </p:nvSpPr>
        <p:spPr>
          <a:xfrm>
            <a:off x="0" y="4167188"/>
            <a:ext cx="6858000" cy="3857625"/>
          </a:xfrm>
          <a:prstGeom prst="frame">
            <a:avLst>
              <a:gd name="adj1" fmla="val 3706"/>
            </a:avLst>
          </a:prstGeom>
          <a:solidFill>
            <a:srgbClr val="FFD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9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8948DAB6-3E0B-EB53-C128-87EFAC2F2C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12"/>
          <a:stretch/>
        </p:blipFill>
        <p:spPr>
          <a:xfrm>
            <a:off x="0" y="2403093"/>
            <a:ext cx="4993752" cy="6370149"/>
          </a:xfrm>
          <a:prstGeom prst="rect">
            <a:avLst/>
          </a:prstGeom>
        </p:spPr>
      </p:pic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6D9C2886-E8A4-C10D-29FB-1E8AA478D2A1}"/>
              </a:ext>
            </a:extLst>
          </p:cNvPr>
          <p:cNvSpPr/>
          <p:nvPr/>
        </p:nvSpPr>
        <p:spPr>
          <a:xfrm>
            <a:off x="696197" y="11488190"/>
            <a:ext cx="4301157" cy="479520"/>
          </a:xfrm>
          <a:prstGeom prst="round1Rect">
            <a:avLst/>
          </a:prstGeom>
          <a:solidFill>
            <a:srgbClr val="FFCC99"/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49763" y="3886130"/>
            <a:ext cx="4894225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>
                <a:solidFill>
                  <a:srgbClr val="FFD369"/>
                </a:solidFill>
              </a:rPr>
              <a:t>Lost </a:t>
            </a:r>
            <a:endParaRPr lang="de-DE" sz="7200" dirty="0">
              <a:solidFill>
                <a:srgbClr val="0C7B93"/>
              </a:solidFill>
            </a:endParaRPr>
          </a:p>
          <a:p>
            <a:r>
              <a:rPr lang="de-DE" sz="7200" dirty="0">
                <a:solidFill>
                  <a:srgbClr val="0C7B93"/>
                </a:solidFill>
              </a:rPr>
              <a:t>Your Phone?</a:t>
            </a:r>
          </a:p>
          <a:p>
            <a:endParaRPr lang="de-DE" sz="2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de-DE" sz="2800" dirty="0">
                <a:solidFill>
                  <a:schemeClr val="accent2">
                    <a:lumMod val="50000"/>
                  </a:schemeClr>
                </a:solidFill>
              </a:rPr>
              <a:t>Find a Misplaced Phone.</a:t>
            </a:r>
          </a:p>
          <a:p>
            <a:r>
              <a:rPr lang="de-DE" sz="2800" dirty="0">
                <a:solidFill>
                  <a:schemeClr val="accent2">
                    <a:lumMod val="50000"/>
                  </a:schemeClr>
                </a:solidFill>
              </a:rPr>
              <a:t>Even in Silent Mode.</a:t>
            </a:r>
            <a:endParaRPr lang="en-IN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021062-5970-2E51-F250-DAB4CE576625}"/>
              </a:ext>
            </a:extLst>
          </p:cNvPr>
          <p:cNvGrpSpPr/>
          <p:nvPr/>
        </p:nvGrpSpPr>
        <p:grpSpPr>
          <a:xfrm>
            <a:off x="4994823" y="4006222"/>
            <a:ext cx="1372134" cy="1476144"/>
            <a:chOff x="8415464" y="2031840"/>
            <a:chExt cx="1309413" cy="13819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FBE184F-245F-0E03-3DB7-EFEC05871370}"/>
                </a:ext>
              </a:extLst>
            </p:cNvPr>
            <p:cNvCxnSpPr>
              <a:cxnSpLocks/>
              <a:stCxn id="2" idx="5"/>
            </p:cNvCxnSpPr>
            <p:nvPr/>
          </p:nvCxnSpPr>
          <p:spPr>
            <a:xfrm>
              <a:off x="9337302" y="2953678"/>
              <a:ext cx="387575" cy="460152"/>
            </a:xfrm>
            <a:prstGeom prst="line">
              <a:avLst/>
            </a:prstGeom>
            <a:ln w="2540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3CCBF7F-A102-29AF-CEEC-C8B20B0EFCAA}"/>
                </a:ext>
              </a:extLst>
            </p:cNvPr>
            <p:cNvSpPr/>
            <p:nvPr/>
          </p:nvSpPr>
          <p:spPr>
            <a:xfrm>
              <a:off x="8415464" y="2031840"/>
              <a:ext cx="1080000" cy="1080000"/>
            </a:xfrm>
            <a:prstGeom prst="ellipse">
              <a:avLst/>
            </a:prstGeom>
            <a:noFill/>
            <a:ln w="1905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9D9D3862-39F1-AD4D-B2CB-DA10ACF68375}"/>
              </a:ext>
            </a:extLst>
          </p:cNvPr>
          <p:cNvSpPr/>
          <p:nvPr/>
        </p:nvSpPr>
        <p:spPr>
          <a:xfrm>
            <a:off x="375724" y="11967711"/>
            <a:ext cx="4844669" cy="224290"/>
          </a:xfrm>
          <a:prstGeom prst="round1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CC48B90C-11A5-F403-CE1A-BE925DBEF933}"/>
              </a:ext>
            </a:extLst>
          </p:cNvPr>
          <p:cNvSpPr/>
          <p:nvPr/>
        </p:nvSpPr>
        <p:spPr>
          <a:xfrm>
            <a:off x="367958" y="11283144"/>
            <a:ext cx="4844669" cy="205047"/>
          </a:xfrm>
          <a:prstGeom prst="round1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48537AD5-86F9-EDBC-BB60-22C494E9701B}"/>
              </a:ext>
            </a:extLst>
          </p:cNvPr>
          <p:cNvSpPr/>
          <p:nvPr/>
        </p:nvSpPr>
        <p:spPr>
          <a:xfrm>
            <a:off x="3301558" y="11069960"/>
            <a:ext cx="3391592" cy="216000"/>
          </a:xfrm>
          <a:prstGeom prst="round1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D8C597-9A1F-F24E-F8D0-ECD4D68772EB}"/>
              </a:ext>
            </a:extLst>
          </p:cNvPr>
          <p:cNvGrpSpPr/>
          <p:nvPr/>
        </p:nvGrpSpPr>
        <p:grpSpPr>
          <a:xfrm rot="21330829">
            <a:off x="249311" y="10192130"/>
            <a:ext cx="5274161" cy="908856"/>
            <a:chOff x="360192" y="10124908"/>
            <a:chExt cx="4852435" cy="908856"/>
          </a:xfrm>
        </p:grpSpPr>
        <p:sp>
          <p:nvSpPr>
            <p:cNvPr id="14" name="Rectangle: Single Corner Rounded 13">
              <a:extLst>
                <a:ext uri="{FF2B5EF4-FFF2-40B4-BE49-F238E27FC236}">
                  <a16:creationId xmlns:a16="http://schemas.microsoft.com/office/drawing/2014/main" id="{A3BFDE1C-53E9-47D0-1AEB-6C36447E0EA1}"/>
                </a:ext>
              </a:extLst>
            </p:cNvPr>
            <p:cNvSpPr/>
            <p:nvPr/>
          </p:nvSpPr>
          <p:spPr>
            <a:xfrm>
              <a:off x="367958" y="10828717"/>
              <a:ext cx="4844669" cy="205047"/>
            </a:xfrm>
            <a:prstGeom prst="round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4475DF4D-12F5-EEB3-7A4F-085216400E07}"/>
                </a:ext>
              </a:extLst>
            </p:cNvPr>
            <p:cNvSpPr/>
            <p:nvPr/>
          </p:nvSpPr>
          <p:spPr>
            <a:xfrm>
              <a:off x="688431" y="10329954"/>
              <a:ext cx="4301157" cy="498764"/>
            </a:xfrm>
            <a:prstGeom prst="round1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id="{38B10AC2-B6F8-D068-26D2-B8910B0B0817}"/>
                </a:ext>
              </a:extLst>
            </p:cNvPr>
            <p:cNvSpPr/>
            <p:nvPr/>
          </p:nvSpPr>
          <p:spPr>
            <a:xfrm>
              <a:off x="360192" y="10124908"/>
              <a:ext cx="4844669" cy="205047"/>
            </a:xfrm>
            <a:prstGeom prst="round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C98121-A80D-399D-654A-A4ECE90F7406}"/>
              </a:ext>
            </a:extLst>
          </p:cNvPr>
          <p:cNvGrpSpPr/>
          <p:nvPr/>
        </p:nvGrpSpPr>
        <p:grpSpPr>
          <a:xfrm rot="21330829">
            <a:off x="951484" y="9234298"/>
            <a:ext cx="5274161" cy="908856"/>
            <a:chOff x="360192" y="10124908"/>
            <a:chExt cx="4852435" cy="908856"/>
          </a:xfrm>
        </p:grpSpPr>
        <p:sp>
          <p:nvSpPr>
            <p:cNvPr id="20" name="Rectangle: Single Corner Rounded 19">
              <a:extLst>
                <a:ext uri="{FF2B5EF4-FFF2-40B4-BE49-F238E27FC236}">
                  <a16:creationId xmlns:a16="http://schemas.microsoft.com/office/drawing/2014/main" id="{BAA674D5-10AF-C313-B03A-21C0A3CAEA0B}"/>
                </a:ext>
              </a:extLst>
            </p:cNvPr>
            <p:cNvSpPr/>
            <p:nvPr/>
          </p:nvSpPr>
          <p:spPr>
            <a:xfrm>
              <a:off x="688431" y="10329954"/>
              <a:ext cx="4301157" cy="498764"/>
            </a:xfrm>
            <a:prstGeom prst="round1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: Single Corner Rounded 18">
              <a:extLst>
                <a:ext uri="{FF2B5EF4-FFF2-40B4-BE49-F238E27FC236}">
                  <a16:creationId xmlns:a16="http://schemas.microsoft.com/office/drawing/2014/main" id="{148C0402-E109-49B1-CF1D-FFCFDB5EB748}"/>
                </a:ext>
              </a:extLst>
            </p:cNvPr>
            <p:cNvSpPr/>
            <p:nvPr/>
          </p:nvSpPr>
          <p:spPr>
            <a:xfrm>
              <a:off x="367958" y="10828717"/>
              <a:ext cx="4844669" cy="205047"/>
            </a:xfrm>
            <a:prstGeom prst="round1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Single Corner Rounded 20">
              <a:extLst>
                <a:ext uri="{FF2B5EF4-FFF2-40B4-BE49-F238E27FC236}">
                  <a16:creationId xmlns:a16="http://schemas.microsoft.com/office/drawing/2014/main" id="{824334C8-04A9-168F-1696-A46496C31DF0}"/>
                </a:ext>
              </a:extLst>
            </p:cNvPr>
            <p:cNvSpPr/>
            <p:nvPr/>
          </p:nvSpPr>
          <p:spPr>
            <a:xfrm>
              <a:off x="360192" y="10124908"/>
              <a:ext cx="4844669" cy="205047"/>
            </a:xfrm>
            <a:prstGeom prst="round1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A3B0B48-F16C-C5EB-B0B7-CCC69ED9B599}"/>
              </a:ext>
            </a:extLst>
          </p:cNvPr>
          <p:cNvGrpSpPr/>
          <p:nvPr/>
        </p:nvGrpSpPr>
        <p:grpSpPr>
          <a:xfrm>
            <a:off x="4131500" y="11109156"/>
            <a:ext cx="709719" cy="142428"/>
            <a:chOff x="4131500" y="11109156"/>
            <a:chExt cx="709719" cy="14242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3210F8-87AF-AE8E-F2F8-8CEFCBC28D87}"/>
                </a:ext>
              </a:extLst>
            </p:cNvPr>
            <p:cNvSpPr/>
            <p:nvPr/>
          </p:nvSpPr>
          <p:spPr>
            <a:xfrm>
              <a:off x="4553113" y="11109156"/>
              <a:ext cx="288106" cy="1234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A2393-EA6D-9E3E-84BA-4F2B2DB05A51}"/>
                </a:ext>
              </a:extLst>
            </p:cNvPr>
            <p:cNvSpPr/>
            <p:nvPr/>
          </p:nvSpPr>
          <p:spPr>
            <a:xfrm>
              <a:off x="4131500" y="11128153"/>
              <a:ext cx="288106" cy="1234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944E13-A478-40D9-4364-0FB3C5E781FC}"/>
              </a:ext>
            </a:extLst>
          </p:cNvPr>
          <p:cNvSpPr txBox="1"/>
          <p:nvPr/>
        </p:nvSpPr>
        <p:spPr>
          <a:xfrm>
            <a:off x="557277" y="192849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33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33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33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33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51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F71960D-F45B-D3DA-445E-1B601CFAA5E5}"/>
              </a:ext>
            </a:extLst>
          </p:cNvPr>
          <p:cNvSpPr/>
          <p:nvPr/>
        </p:nvSpPr>
        <p:spPr>
          <a:xfrm>
            <a:off x="4560170" y="2564062"/>
            <a:ext cx="1131732" cy="1153580"/>
          </a:xfrm>
          <a:prstGeom prst="ellipse">
            <a:avLst/>
          </a:prstGeom>
          <a:noFill/>
          <a:ln w="88900">
            <a:solidFill>
              <a:srgbClr val="DD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D5602B-CD20-DC17-AD6F-2D14EFDE0C99}"/>
              </a:ext>
            </a:extLst>
          </p:cNvPr>
          <p:cNvCxnSpPr>
            <a:cxnSpLocks/>
          </p:cNvCxnSpPr>
          <p:nvPr/>
        </p:nvCxnSpPr>
        <p:spPr>
          <a:xfrm>
            <a:off x="4811407" y="3140852"/>
            <a:ext cx="629258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3FBD990-95DD-0136-DBBF-399210413BC0}"/>
              </a:ext>
            </a:extLst>
          </p:cNvPr>
          <p:cNvSpPr/>
          <p:nvPr/>
        </p:nvSpPr>
        <p:spPr>
          <a:xfrm>
            <a:off x="4200188" y="2195942"/>
            <a:ext cx="1870407" cy="1889820"/>
          </a:xfrm>
          <a:prstGeom prst="ellipse">
            <a:avLst/>
          </a:prstGeom>
          <a:noFill/>
          <a:ln w="88900">
            <a:solidFill>
              <a:srgbClr val="DD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56EC8F-CF99-19B8-55FD-9EDAA9597C51}"/>
              </a:ext>
            </a:extLst>
          </p:cNvPr>
          <p:cNvSpPr/>
          <p:nvPr/>
        </p:nvSpPr>
        <p:spPr>
          <a:xfrm>
            <a:off x="3900929" y="1844811"/>
            <a:ext cx="2412878" cy="2592081"/>
          </a:xfrm>
          <a:prstGeom prst="ellipse">
            <a:avLst/>
          </a:prstGeom>
          <a:noFill/>
          <a:ln w="88900">
            <a:solidFill>
              <a:srgbClr val="DD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DA6BC9B-253E-88F6-4236-50DA7195F1F3}"/>
              </a:ext>
            </a:extLst>
          </p:cNvPr>
          <p:cNvSpPr/>
          <p:nvPr/>
        </p:nvSpPr>
        <p:spPr>
          <a:xfrm>
            <a:off x="3555951" y="1525025"/>
            <a:ext cx="3097852" cy="3231654"/>
          </a:xfrm>
          <a:prstGeom prst="ellipse">
            <a:avLst/>
          </a:prstGeom>
          <a:noFill/>
          <a:ln w="889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22" name="Moon 21">
            <a:extLst>
              <a:ext uri="{FF2B5EF4-FFF2-40B4-BE49-F238E27FC236}">
                <a16:creationId xmlns:a16="http://schemas.microsoft.com/office/drawing/2014/main" id="{625112D0-08E6-6BBE-A7C4-25A9AB4B41F1}"/>
              </a:ext>
            </a:extLst>
          </p:cNvPr>
          <p:cNvSpPr/>
          <p:nvPr/>
        </p:nvSpPr>
        <p:spPr>
          <a:xfrm rot="747790">
            <a:off x="244497" y="4112712"/>
            <a:ext cx="1686676" cy="3438028"/>
          </a:xfrm>
          <a:prstGeom prst="moon">
            <a:avLst>
              <a:gd name="adj" fmla="val 47344"/>
            </a:avLst>
          </a:prstGeom>
          <a:solidFill>
            <a:schemeClr val="accent1">
              <a:lumMod val="40000"/>
              <a:lumOff val="6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103524" y="1205238"/>
            <a:ext cx="4956037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>
                <a:solidFill>
                  <a:srgbClr val="FFD369"/>
                </a:solidFill>
              </a:rPr>
              <a:t>Minimalistic </a:t>
            </a:r>
          </a:p>
          <a:p>
            <a:r>
              <a:rPr lang="de-DE" sz="7200" dirty="0">
                <a:solidFill>
                  <a:srgbClr val="0C7B93"/>
                </a:solidFill>
              </a:rPr>
              <a:t>Ring after</a:t>
            </a:r>
          </a:p>
          <a:p>
            <a:r>
              <a:rPr lang="de-DE" sz="6000" dirty="0">
                <a:solidFill>
                  <a:schemeClr val="accent2">
                    <a:lumMod val="50000"/>
                  </a:schemeClr>
                </a:solidFill>
              </a:rPr>
              <a:t>MissedCalls</a:t>
            </a:r>
            <a:endParaRPr lang="en-IN" sz="6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CE5ED45D-476E-3573-71E8-9FAE88B3CD2B}"/>
              </a:ext>
            </a:extLst>
          </p:cNvPr>
          <p:cNvSpPr/>
          <p:nvPr/>
        </p:nvSpPr>
        <p:spPr>
          <a:xfrm rot="20976678">
            <a:off x="4906465" y="8928065"/>
            <a:ext cx="1648837" cy="1528324"/>
          </a:xfrm>
          <a:prstGeom prst="star5">
            <a:avLst/>
          </a:prstGeom>
          <a:solidFill>
            <a:schemeClr val="accent4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20328765-A5C4-7A05-5E91-900209F52918}"/>
              </a:ext>
            </a:extLst>
          </p:cNvPr>
          <p:cNvSpPr/>
          <p:nvPr/>
        </p:nvSpPr>
        <p:spPr>
          <a:xfrm rot="800815">
            <a:off x="3332418" y="5105861"/>
            <a:ext cx="1648837" cy="1528324"/>
          </a:xfrm>
          <a:prstGeom prst="star5">
            <a:avLst/>
          </a:prstGeom>
          <a:solidFill>
            <a:schemeClr val="accent4">
              <a:lumMod val="75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1A9F36-46E6-204A-C181-EF5D64B5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65" y="6578745"/>
            <a:ext cx="3879469" cy="38794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C5160-AF87-4D6D-2C53-800B1808C656}"/>
              </a:ext>
            </a:extLst>
          </p:cNvPr>
          <p:cNvSpPr txBox="1"/>
          <p:nvPr/>
        </p:nvSpPr>
        <p:spPr>
          <a:xfrm>
            <a:off x="2477347" y="11023555"/>
            <a:ext cx="42404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3200" dirty="0">
                <a:solidFill>
                  <a:schemeClr val="accent2">
                    <a:lumMod val="50000"/>
                  </a:schemeClr>
                </a:solidFill>
              </a:rPr>
              <a:t>Missed Call Alerts.</a:t>
            </a:r>
          </a:p>
          <a:p>
            <a:pPr algn="r"/>
            <a:r>
              <a:rPr lang="de-DE" sz="3200" dirty="0">
                <a:solidFill>
                  <a:schemeClr val="accent2">
                    <a:lumMod val="50000"/>
                  </a:schemeClr>
                </a:solidFill>
              </a:rPr>
              <a:t>Does not disturb babies.</a:t>
            </a:r>
            <a:endParaRPr lang="en-IN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8FEC5-FEBA-6F73-80C9-F9D6E8A43B5C}"/>
              </a:ext>
            </a:extLst>
          </p:cNvPr>
          <p:cNvSpPr txBox="1"/>
          <p:nvPr/>
        </p:nvSpPr>
        <p:spPr>
          <a:xfrm>
            <a:off x="557277" y="192849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33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33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33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33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9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7BDD0982-1EDF-7685-729E-A72320DF68C2}"/>
              </a:ext>
            </a:extLst>
          </p:cNvPr>
          <p:cNvSpPr/>
          <p:nvPr/>
        </p:nvSpPr>
        <p:spPr>
          <a:xfrm rot="5400000">
            <a:off x="-4221481" y="4221480"/>
            <a:ext cx="12192002" cy="3749041"/>
          </a:xfrm>
          <a:prstGeom prst="flowChartManualInput">
            <a:avLst/>
          </a:prstGeom>
          <a:solidFill>
            <a:schemeClr val="accent1">
              <a:lumMod val="60000"/>
              <a:lumOff val="40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1487623" y="3760274"/>
            <a:ext cx="4409885" cy="3970318"/>
          </a:xfrm>
          <a:prstGeom prst="rect">
            <a:avLst/>
          </a:prstGeom>
          <a:noFill/>
          <a:ln w="63500">
            <a:noFill/>
          </a:ln>
        </p:spPr>
        <p:txBody>
          <a:bodyPr wrap="square" rtlCol="0">
            <a:spAutoFit/>
          </a:bodyPr>
          <a:lstStyle/>
          <a:p>
            <a:r>
              <a:rPr lang="de-DE" sz="10800" dirty="0">
                <a:solidFill>
                  <a:srgbClr val="FFD369"/>
                </a:solidFill>
              </a:rPr>
              <a:t>EASY </a:t>
            </a:r>
          </a:p>
          <a:p>
            <a:r>
              <a:rPr lang="de-DE" sz="7200" dirty="0">
                <a:solidFill>
                  <a:srgbClr val="0C7B93"/>
                </a:solidFill>
              </a:rPr>
              <a:t>Interface +</a:t>
            </a:r>
          </a:p>
          <a:p>
            <a:r>
              <a:rPr lang="de-DE" sz="7200" dirty="0">
                <a:solidFill>
                  <a:srgbClr val="800000"/>
                </a:solidFill>
              </a:rPr>
              <a:t>No Ads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DF3D4-E1D0-9F44-16F0-5B3B0A402E2C}"/>
              </a:ext>
            </a:extLst>
          </p:cNvPr>
          <p:cNvSpPr txBox="1"/>
          <p:nvPr/>
        </p:nvSpPr>
        <p:spPr>
          <a:xfrm>
            <a:off x="148096" y="9497524"/>
            <a:ext cx="65618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>
                    <a:lumMod val="50000"/>
                  </a:schemeClr>
                </a:solidFill>
              </a:rPr>
              <a:t>No Complicated options.</a:t>
            </a:r>
            <a:endParaRPr lang="de-DE" sz="4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de-DE" sz="4000" dirty="0">
                <a:solidFill>
                  <a:srgbClr val="002060"/>
                </a:solidFill>
              </a:rPr>
              <a:t>Just Tap to start.</a:t>
            </a:r>
            <a:endParaRPr lang="de-DE" sz="4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de-DE" sz="4000" dirty="0">
                <a:solidFill>
                  <a:schemeClr val="bg2">
                    <a:lumMod val="25000"/>
                  </a:schemeClr>
                </a:solidFill>
              </a:rPr>
              <a:t>Let the App handle the rest.</a:t>
            </a:r>
            <a:endParaRPr lang="en-IN" sz="4000" dirty="0">
              <a:solidFill>
                <a:srgbClr val="8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B64C29-30F8-B915-0BF7-E34392A95E68}"/>
              </a:ext>
            </a:extLst>
          </p:cNvPr>
          <p:cNvSpPr txBox="1"/>
          <p:nvPr/>
        </p:nvSpPr>
        <p:spPr>
          <a:xfrm>
            <a:off x="557277" y="192849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66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66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66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66000"/>
                </a:schemeClr>
              </a:solidFill>
            </a:endParaRPr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BEADF76E-8D7D-75E1-9773-9E40FDDC1269}"/>
              </a:ext>
            </a:extLst>
          </p:cNvPr>
          <p:cNvSpPr/>
          <p:nvPr/>
        </p:nvSpPr>
        <p:spPr>
          <a:xfrm rot="16200000">
            <a:off x="-1267134" y="4066866"/>
            <a:ext cx="12384852" cy="3865419"/>
          </a:xfrm>
          <a:prstGeom prst="flowChartManualInput">
            <a:avLst/>
          </a:prstGeom>
          <a:solidFill>
            <a:schemeClr val="accent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5DF3D4-E1D0-9F44-16F0-5B3B0A402E2C}"/>
              </a:ext>
            </a:extLst>
          </p:cNvPr>
          <p:cNvSpPr txBox="1"/>
          <p:nvPr/>
        </p:nvSpPr>
        <p:spPr>
          <a:xfrm>
            <a:off x="124495" y="8925828"/>
            <a:ext cx="65618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000" dirty="0">
                <a:solidFill>
                  <a:srgbClr val="800000"/>
                </a:solidFill>
              </a:rPr>
              <a:t>So you dont have to worry about switching back to a ringer mode.</a:t>
            </a:r>
            <a:endParaRPr lang="en-IN" sz="4000" dirty="0">
              <a:solidFill>
                <a:srgbClr val="8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B43D7B-3390-27E3-C584-A25B70074548}"/>
              </a:ext>
            </a:extLst>
          </p:cNvPr>
          <p:cNvGrpSpPr/>
          <p:nvPr/>
        </p:nvGrpSpPr>
        <p:grpSpPr>
          <a:xfrm>
            <a:off x="549617" y="5684885"/>
            <a:ext cx="1047404" cy="2411711"/>
            <a:chOff x="814647" y="5684885"/>
            <a:chExt cx="1047404" cy="2411711"/>
          </a:xfrm>
        </p:grpSpPr>
        <p:sp>
          <p:nvSpPr>
            <p:cNvPr id="2" name="Trapezoid 1">
              <a:extLst>
                <a:ext uri="{FF2B5EF4-FFF2-40B4-BE49-F238E27FC236}">
                  <a16:creationId xmlns:a16="http://schemas.microsoft.com/office/drawing/2014/main" id="{60920D79-2E25-E7DE-56DC-6C106A20F764}"/>
                </a:ext>
              </a:extLst>
            </p:cNvPr>
            <p:cNvSpPr/>
            <p:nvPr/>
          </p:nvSpPr>
          <p:spPr>
            <a:xfrm>
              <a:off x="814647" y="6417425"/>
              <a:ext cx="1047404" cy="1679171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241DCE3-3BD7-F7F7-4776-A83198C789A9}"/>
                </a:ext>
              </a:extLst>
            </p:cNvPr>
            <p:cNvSpPr/>
            <p:nvPr/>
          </p:nvSpPr>
          <p:spPr>
            <a:xfrm>
              <a:off x="1022465" y="5684885"/>
              <a:ext cx="631767" cy="59851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F944B8E-FEE8-7D7B-1D94-BBFBF73F3CD8}"/>
              </a:ext>
            </a:extLst>
          </p:cNvPr>
          <p:cNvGrpSpPr/>
          <p:nvPr/>
        </p:nvGrpSpPr>
        <p:grpSpPr>
          <a:xfrm>
            <a:off x="5129514" y="5684885"/>
            <a:ext cx="1047404" cy="2411711"/>
            <a:chOff x="814647" y="5684885"/>
            <a:chExt cx="1047404" cy="2411711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0C774B9F-AF9D-08A7-3BCC-C168AB5E11AF}"/>
                </a:ext>
              </a:extLst>
            </p:cNvPr>
            <p:cNvSpPr/>
            <p:nvPr/>
          </p:nvSpPr>
          <p:spPr>
            <a:xfrm>
              <a:off x="814647" y="6417425"/>
              <a:ext cx="1047404" cy="1679171"/>
            </a:xfrm>
            <a:prstGeom prst="trapezoid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0BB941B-B479-FF80-8CE3-6609309AD989}"/>
                </a:ext>
              </a:extLst>
            </p:cNvPr>
            <p:cNvSpPr/>
            <p:nvPr/>
          </p:nvSpPr>
          <p:spPr>
            <a:xfrm>
              <a:off x="1022465" y="5684885"/>
              <a:ext cx="631767" cy="59851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2A4508B8-5675-6909-EF32-5774B4C4A852}"/>
              </a:ext>
            </a:extLst>
          </p:cNvPr>
          <p:cNvSpPr/>
          <p:nvPr/>
        </p:nvSpPr>
        <p:spPr>
          <a:xfrm>
            <a:off x="1329381" y="4970703"/>
            <a:ext cx="2099619" cy="973024"/>
          </a:xfrm>
          <a:prstGeom prst="wedgeEllipseCallout">
            <a:avLst>
              <a:gd name="adj1" fmla="val -35086"/>
              <a:gd name="adj2" fmla="val 7104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A27D4BDE-DFEE-E024-E514-EE9EF77D764A}"/>
              </a:ext>
            </a:extLst>
          </p:cNvPr>
          <p:cNvSpPr/>
          <p:nvPr/>
        </p:nvSpPr>
        <p:spPr>
          <a:xfrm>
            <a:off x="2913648" y="4660139"/>
            <a:ext cx="2307034" cy="1239313"/>
          </a:xfrm>
          <a:prstGeom prst="wedgeEllipseCallout">
            <a:avLst>
              <a:gd name="adj1" fmla="val 47210"/>
              <a:gd name="adj2" fmla="val 6248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D7E35A-2E5C-5333-87D4-05DC86E4C5DC}"/>
              </a:ext>
            </a:extLst>
          </p:cNvPr>
          <p:cNvSpPr/>
          <p:nvPr/>
        </p:nvSpPr>
        <p:spPr>
          <a:xfrm>
            <a:off x="124495" y="116378"/>
            <a:ext cx="6499006" cy="1364440"/>
          </a:xfrm>
          <a:prstGeom prst="roundRect">
            <a:avLst/>
          </a:prstGeom>
          <a:solidFill>
            <a:schemeClr val="tx1">
              <a:lumMod val="85000"/>
              <a:lumOff val="15000"/>
              <a:alpha val="77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C87B44-EFF1-4054-0B00-8DBBC026DD3E}"/>
              </a:ext>
            </a:extLst>
          </p:cNvPr>
          <p:cNvSpPr/>
          <p:nvPr/>
        </p:nvSpPr>
        <p:spPr>
          <a:xfrm>
            <a:off x="5200950" y="435164"/>
            <a:ext cx="705890" cy="7797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Q</a:t>
            </a:r>
            <a:endParaRPr lang="en-IN" sz="32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9413176-30C9-A5F9-AF18-5341D1ACE999}"/>
              </a:ext>
            </a:extLst>
          </p:cNvPr>
          <p:cNvGrpSpPr/>
          <p:nvPr/>
        </p:nvGrpSpPr>
        <p:grpSpPr>
          <a:xfrm>
            <a:off x="1999657" y="461238"/>
            <a:ext cx="705889" cy="727645"/>
            <a:chOff x="1999657" y="435164"/>
            <a:chExt cx="831273" cy="8692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BD8BCC6-82C6-A98E-6E9E-930EB0B89A61}"/>
                </a:ext>
              </a:extLst>
            </p:cNvPr>
            <p:cNvSpPr/>
            <p:nvPr/>
          </p:nvSpPr>
          <p:spPr>
            <a:xfrm>
              <a:off x="1999657" y="435164"/>
              <a:ext cx="831273" cy="86925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FCF80CE-21F6-F0F2-1EDC-4F6C2B3D60D6}"/>
                </a:ext>
              </a:extLst>
            </p:cNvPr>
            <p:cNvSpPr/>
            <p:nvPr/>
          </p:nvSpPr>
          <p:spPr>
            <a:xfrm rot="16200000">
              <a:off x="2023204" y="758425"/>
              <a:ext cx="602989" cy="205778"/>
            </a:xfrm>
            <a:prstGeom prst="rightArrow">
              <a:avLst>
                <a:gd name="adj1" fmla="val 23835"/>
                <a:gd name="adj2" fmla="val 5000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3142DED8-0485-1C6C-D45B-4141D6D4772E}"/>
                </a:ext>
              </a:extLst>
            </p:cNvPr>
            <p:cNvSpPr/>
            <p:nvPr/>
          </p:nvSpPr>
          <p:spPr>
            <a:xfrm rot="5400000">
              <a:off x="2211992" y="793068"/>
              <a:ext cx="602989" cy="205778"/>
            </a:xfrm>
            <a:prstGeom prst="rightArrow">
              <a:avLst>
                <a:gd name="adj1" fmla="val 28196"/>
                <a:gd name="adj2" fmla="val 5000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3261F3C-7927-B0D4-7DD8-C05972EE0CFC}"/>
              </a:ext>
            </a:extLst>
          </p:cNvPr>
          <p:cNvGrpSpPr/>
          <p:nvPr/>
        </p:nvGrpSpPr>
        <p:grpSpPr>
          <a:xfrm>
            <a:off x="399011" y="461238"/>
            <a:ext cx="705889" cy="727645"/>
            <a:chOff x="399011" y="435164"/>
            <a:chExt cx="831273" cy="8692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B53493E-E770-6642-E6D8-1BF34C585799}"/>
                </a:ext>
              </a:extLst>
            </p:cNvPr>
            <p:cNvSpPr/>
            <p:nvPr/>
          </p:nvSpPr>
          <p:spPr>
            <a:xfrm>
              <a:off x="399011" y="435164"/>
              <a:ext cx="831273" cy="86925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13F6E2E-D5FA-6EB3-4042-E96AADA9B43B}"/>
                </a:ext>
              </a:extLst>
            </p:cNvPr>
            <p:cNvSpPr/>
            <p:nvPr/>
          </p:nvSpPr>
          <p:spPr>
            <a:xfrm>
              <a:off x="746709" y="959004"/>
              <a:ext cx="107361" cy="10840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Block Arc 28">
              <a:extLst>
                <a:ext uri="{FF2B5EF4-FFF2-40B4-BE49-F238E27FC236}">
                  <a16:creationId xmlns:a16="http://schemas.microsoft.com/office/drawing/2014/main" id="{B6B93CDD-1A9F-41C8-0049-F1C8DF89C2FB}"/>
                </a:ext>
              </a:extLst>
            </p:cNvPr>
            <p:cNvSpPr/>
            <p:nvPr/>
          </p:nvSpPr>
          <p:spPr>
            <a:xfrm>
              <a:off x="638706" y="826983"/>
              <a:ext cx="323367" cy="264043"/>
            </a:xfrm>
            <a:prstGeom prst="blockArc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ADF5A482-B8E6-BA44-9C37-4E91851DFA17}"/>
                </a:ext>
              </a:extLst>
            </p:cNvPr>
            <p:cNvSpPr/>
            <p:nvPr/>
          </p:nvSpPr>
          <p:spPr>
            <a:xfrm>
              <a:off x="576368" y="679955"/>
              <a:ext cx="448043" cy="264043"/>
            </a:xfrm>
            <a:prstGeom prst="blockArc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E1EC99C-5394-AAAD-EA92-2228FEC1E872}"/>
              </a:ext>
            </a:extLst>
          </p:cNvPr>
          <p:cNvGrpSpPr/>
          <p:nvPr/>
        </p:nvGrpSpPr>
        <p:grpSpPr>
          <a:xfrm>
            <a:off x="3600304" y="435164"/>
            <a:ext cx="705890" cy="779792"/>
            <a:chOff x="3600303" y="435164"/>
            <a:chExt cx="831273" cy="86925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C0F431A-F29D-1AE8-91AC-58F25EBC3B10}"/>
                </a:ext>
              </a:extLst>
            </p:cNvPr>
            <p:cNvSpPr/>
            <p:nvPr/>
          </p:nvSpPr>
          <p:spPr>
            <a:xfrm>
              <a:off x="3600303" y="435164"/>
              <a:ext cx="831273" cy="8692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694688-490A-A978-A8E2-BEE96378F6A1}"/>
                </a:ext>
              </a:extLst>
            </p:cNvPr>
            <p:cNvSpPr/>
            <p:nvPr/>
          </p:nvSpPr>
          <p:spPr>
            <a:xfrm>
              <a:off x="3772099" y="830277"/>
              <a:ext cx="487680" cy="108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7" name="Trapezoid 66">
            <a:extLst>
              <a:ext uri="{FF2B5EF4-FFF2-40B4-BE49-F238E27FC236}">
                <a16:creationId xmlns:a16="http://schemas.microsoft.com/office/drawing/2014/main" id="{EAEEDF79-2718-8CD0-A5D4-82C24978E5CB}"/>
              </a:ext>
            </a:extLst>
          </p:cNvPr>
          <p:cNvSpPr/>
          <p:nvPr/>
        </p:nvSpPr>
        <p:spPr>
          <a:xfrm>
            <a:off x="1786942" y="7070267"/>
            <a:ext cx="3236914" cy="1026329"/>
          </a:xfrm>
          <a:prstGeom prst="trapezoid">
            <a:avLst/>
          </a:prstGeom>
          <a:solidFill>
            <a:srgbClr val="4623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/>
              <a:t>Meeting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171697" y="1808618"/>
            <a:ext cx="6451804" cy="1323439"/>
          </a:xfrm>
          <a:prstGeom prst="rect">
            <a:avLst/>
          </a:prstGeom>
          <a:noFill/>
          <a:ln w="63500">
            <a:noFill/>
          </a:ln>
        </p:spPr>
        <p:txBody>
          <a:bodyPr wrap="square" rtlCol="0">
            <a:spAutoFit/>
          </a:bodyPr>
          <a:lstStyle/>
          <a:p>
            <a:r>
              <a:rPr lang="de-DE" sz="8000" dirty="0">
                <a:solidFill>
                  <a:srgbClr val="FFD369"/>
                </a:solidFill>
              </a:rPr>
              <a:t>Temporary </a:t>
            </a:r>
            <a:r>
              <a:rPr lang="de-DE" sz="6000" dirty="0">
                <a:solidFill>
                  <a:srgbClr val="0C7B93"/>
                </a:solidFill>
              </a:rPr>
              <a:t>DND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7617B3F-80D3-79B5-33AA-C484E43164B0}"/>
              </a:ext>
            </a:extLst>
          </p:cNvPr>
          <p:cNvSpPr/>
          <p:nvPr/>
        </p:nvSpPr>
        <p:spPr>
          <a:xfrm rot="10800000">
            <a:off x="1014436" y="6417425"/>
            <a:ext cx="90464" cy="10982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6614007-7525-297E-69F0-829DAE4AD1B4}"/>
              </a:ext>
            </a:extLst>
          </p:cNvPr>
          <p:cNvSpPr/>
          <p:nvPr/>
        </p:nvSpPr>
        <p:spPr>
          <a:xfrm rot="10800000">
            <a:off x="5607983" y="6417425"/>
            <a:ext cx="90464" cy="1098249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DF63A0A-957E-A4A2-D423-E9BBA241E2E2}"/>
              </a:ext>
            </a:extLst>
          </p:cNvPr>
          <p:cNvGrpSpPr/>
          <p:nvPr/>
        </p:nvGrpSpPr>
        <p:grpSpPr>
          <a:xfrm>
            <a:off x="2275671" y="6966549"/>
            <a:ext cx="637977" cy="103718"/>
            <a:chOff x="2275671" y="6966549"/>
            <a:chExt cx="637977" cy="1037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548BC5-71F1-B8E6-3A80-80BDB704E838}"/>
                </a:ext>
              </a:extLst>
            </p:cNvPr>
            <p:cNvSpPr/>
            <p:nvPr/>
          </p:nvSpPr>
          <p:spPr>
            <a:xfrm>
              <a:off x="2275671" y="6966549"/>
              <a:ext cx="637977" cy="10371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F8CC7E-1654-A201-4AA4-BF8A73BDD7A3}"/>
                </a:ext>
              </a:extLst>
            </p:cNvPr>
            <p:cNvSpPr/>
            <p:nvPr/>
          </p:nvSpPr>
          <p:spPr>
            <a:xfrm>
              <a:off x="2736026" y="6995549"/>
              <a:ext cx="83374" cy="4571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90E4EE-2E45-6E11-6F04-81DDB0D403E5}"/>
                </a:ext>
              </a:extLst>
            </p:cNvPr>
            <p:cNvSpPr/>
            <p:nvPr/>
          </p:nvSpPr>
          <p:spPr>
            <a:xfrm>
              <a:off x="2621580" y="6994034"/>
              <a:ext cx="83374" cy="4571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2C4E53E-FDC4-1EC5-D0D2-47B9C36A5A9C}"/>
              </a:ext>
            </a:extLst>
          </p:cNvPr>
          <p:cNvGrpSpPr/>
          <p:nvPr/>
        </p:nvGrpSpPr>
        <p:grpSpPr>
          <a:xfrm rot="10800000">
            <a:off x="3962942" y="6966549"/>
            <a:ext cx="637977" cy="103718"/>
            <a:chOff x="2275671" y="6966549"/>
            <a:chExt cx="637977" cy="103718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E6B700C-240B-46F9-C0FE-FA6C6218F015}"/>
                </a:ext>
              </a:extLst>
            </p:cNvPr>
            <p:cNvSpPr/>
            <p:nvPr/>
          </p:nvSpPr>
          <p:spPr>
            <a:xfrm>
              <a:off x="2275671" y="6966549"/>
              <a:ext cx="637977" cy="10371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20D2F6A-FA0F-531C-BB3D-0FED2B690503}"/>
                </a:ext>
              </a:extLst>
            </p:cNvPr>
            <p:cNvSpPr/>
            <p:nvPr/>
          </p:nvSpPr>
          <p:spPr>
            <a:xfrm>
              <a:off x="2736026" y="6995549"/>
              <a:ext cx="83374" cy="4571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E4A72B3-B426-4E17-B750-9FAC5634C02B}"/>
                </a:ext>
              </a:extLst>
            </p:cNvPr>
            <p:cNvSpPr/>
            <p:nvPr/>
          </p:nvSpPr>
          <p:spPr>
            <a:xfrm>
              <a:off x="2621580" y="6994034"/>
              <a:ext cx="83374" cy="4571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995D397-DEAE-1EDA-9D16-EC958EB33ABE}"/>
              </a:ext>
            </a:extLst>
          </p:cNvPr>
          <p:cNvSpPr txBox="1"/>
          <p:nvPr/>
        </p:nvSpPr>
        <p:spPr>
          <a:xfrm>
            <a:off x="557277" y="11078697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33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33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33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33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5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-435081" y="1095884"/>
            <a:ext cx="7680960" cy="3939540"/>
          </a:xfrm>
          <a:prstGeom prst="rect">
            <a:avLst/>
          </a:prstGeom>
          <a:noFill/>
          <a:ln w="635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000" dirty="0">
                <a:solidFill>
                  <a:srgbClr val="FFD369"/>
                </a:solidFill>
              </a:rPr>
              <a:t>Maximum</a:t>
            </a:r>
          </a:p>
          <a:p>
            <a:pPr algn="ctr"/>
            <a:r>
              <a:rPr lang="de-DE" sz="15000" dirty="0">
                <a:solidFill>
                  <a:srgbClr val="0C7B93"/>
                </a:solidFill>
              </a:rPr>
              <a:t>Privacy</a:t>
            </a:r>
            <a:endParaRPr lang="de-DE" sz="15000" dirty="0">
              <a:solidFill>
                <a:srgbClr val="8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DF3D4-E1D0-9F44-16F0-5B3B0A402E2C}"/>
              </a:ext>
            </a:extLst>
          </p:cNvPr>
          <p:cNvSpPr txBox="1"/>
          <p:nvPr/>
        </p:nvSpPr>
        <p:spPr>
          <a:xfrm>
            <a:off x="124495" y="8492188"/>
            <a:ext cx="65618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000" dirty="0">
                <a:solidFill>
                  <a:schemeClr val="bg2">
                    <a:lumMod val="10000"/>
                  </a:schemeClr>
                </a:solidFill>
              </a:rPr>
              <a:t>No Data User Data leaves the Device without active user action.</a:t>
            </a:r>
          </a:p>
          <a:p>
            <a:pPr algn="r"/>
            <a:endParaRPr lang="de-DE" sz="4000" dirty="0">
              <a:solidFill>
                <a:schemeClr val="accent2">
                  <a:lumMod val="50000"/>
                </a:schemeClr>
              </a:solidFill>
            </a:endParaRPr>
          </a:p>
          <a:p>
            <a:pPr algn="r"/>
            <a:r>
              <a:rPr lang="de-DE" sz="4000" dirty="0">
                <a:solidFill>
                  <a:schemeClr val="accent2">
                    <a:lumMod val="50000"/>
                  </a:schemeClr>
                </a:solidFill>
              </a:rPr>
              <a:t>No Internet Required.</a:t>
            </a:r>
            <a:endParaRPr lang="en-IN" sz="4000" dirty="0">
              <a:solidFill>
                <a:srgbClr val="800000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AFD08D-EDEE-FC2A-FCBA-EEBD421C72FD}"/>
              </a:ext>
            </a:extLst>
          </p:cNvPr>
          <p:cNvGrpSpPr/>
          <p:nvPr/>
        </p:nvGrpSpPr>
        <p:grpSpPr>
          <a:xfrm>
            <a:off x="424868" y="7817830"/>
            <a:ext cx="6117230" cy="325380"/>
            <a:chOff x="424868" y="7817830"/>
            <a:chExt cx="6117230" cy="395774"/>
          </a:xfrm>
        </p:grpSpPr>
        <p:sp>
          <p:nvSpPr>
            <p:cNvPr id="32" name="Rectangle: Top Corners Snipped 31">
              <a:extLst>
                <a:ext uri="{FF2B5EF4-FFF2-40B4-BE49-F238E27FC236}">
                  <a16:creationId xmlns:a16="http://schemas.microsoft.com/office/drawing/2014/main" id="{F1D22243-16D7-FF45-1B74-0EC49482AF82}"/>
                </a:ext>
              </a:extLst>
            </p:cNvPr>
            <p:cNvSpPr/>
            <p:nvPr/>
          </p:nvSpPr>
          <p:spPr>
            <a:xfrm>
              <a:off x="424868" y="7817830"/>
              <a:ext cx="6117230" cy="395774"/>
            </a:xfrm>
            <a:prstGeom prst="snip2SameRect">
              <a:avLst/>
            </a:prstGeom>
            <a:solidFill>
              <a:srgbClr val="0C0C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2FDD82D-B568-99D7-A64C-51CE59146990}"/>
                </a:ext>
              </a:extLst>
            </p:cNvPr>
            <p:cNvSpPr/>
            <p:nvPr/>
          </p:nvSpPr>
          <p:spPr>
            <a:xfrm>
              <a:off x="1484415" y="7954001"/>
              <a:ext cx="720119" cy="1234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E13609-EBDC-CAE2-A844-737F0C0D70D2}"/>
                </a:ext>
              </a:extLst>
            </p:cNvPr>
            <p:cNvSpPr/>
            <p:nvPr/>
          </p:nvSpPr>
          <p:spPr>
            <a:xfrm>
              <a:off x="2572261" y="7954001"/>
              <a:ext cx="288106" cy="1234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ADC38A3-0BD2-36B6-8DAC-78FBC6C47FB7}"/>
                </a:ext>
              </a:extLst>
            </p:cNvPr>
            <p:cNvSpPr/>
            <p:nvPr/>
          </p:nvSpPr>
          <p:spPr>
            <a:xfrm>
              <a:off x="3144725" y="7960563"/>
              <a:ext cx="288106" cy="1234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Flowchart: Delay 1">
            <a:extLst>
              <a:ext uri="{FF2B5EF4-FFF2-40B4-BE49-F238E27FC236}">
                <a16:creationId xmlns:a16="http://schemas.microsoft.com/office/drawing/2014/main" id="{CF0443F4-9B2E-6979-0763-B9679767F9B2}"/>
              </a:ext>
            </a:extLst>
          </p:cNvPr>
          <p:cNvSpPr/>
          <p:nvPr/>
        </p:nvSpPr>
        <p:spPr>
          <a:xfrm rot="5400000">
            <a:off x="2487635" y="5715993"/>
            <a:ext cx="1835526" cy="1532361"/>
          </a:xfrm>
          <a:prstGeom prst="flowChartDelay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C0AAA785-2378-A4F8-EEF5-B7AD88BA49FB}"/>
              </a:ext>
            </a:extLst>
          </p:cNvPr>
          <p:cNvSpPr/>
          <p:nvPr/>
        </p:nvSpPr>
        <p:spPr>
          <a:xfrm rot="5400000">
            <a:off x="2677230" y="5852866"/>
            <a:ext cx="1456335" cy="1258613"/>
          </a:xfrm>
          <a:prstGeom prst="flowChartDelay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D26BCF-F00D-EF32-2FA6-3B7F0BB54FD5}"/>
              </a:ext>
            </a:extLst>
          </p:cNvPr>
          <p:cNvGrpSpPr/>
          <p:nvPr/>
        </p:nvGrpSpPr>
        <p:grpSpPr>
          <a:xfrm>
            <a:off x="3220406" y="6451692"/>
            <a:ext cx="369982" cy="474075"/>
            <a:chOff x="737458" y="5754005"/>
            <a:chExt cx="619891" cy="656420"/>
          </a:xfrm>
          <a:solidFill>
            <a:schemeClr val="bg2">
              <a:lumMod val="10000"/>
            </a:schemeClr>
          </a:solidFill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059F4D51-57C0-F686-8B2F-5B33039D0AAF}"/>
                </a:ext>
              </a:extLst>
            </p:cNvPr>
            <p:cNvSpPr/>
            <p:nvPr/>
          </p:nvSpPr>
          <p:spPr>
            <a:xfrm>
              <a:off x="737458" y="5925002"/>
              <a:ext cx="619891" cy="48542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D40E9E-4041-9888-9F8B-5CFED88C8385}"/>
                </a:ext>
              </a:extLst>
            </p:cNvPr>
            <p:cNvSpPr/>
            <p:nvPr/>
          </p:nvSpPr>
          <p:spPr>
            <a:xfrm>
              <a:off x="864524" y="5754005"/>
              <a:ext cx="365760" cy="34199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Block Arc 19">
            <a:extLst>
              <a:ext uri="{FF2B5EF4-FFF2-40B4-BE49-F238E27FC236}">
                <a16:creationId xmlns:a16="http://schemas.microsoft.com/office/drawing/2014/main" id="{74D45575-9F90-C438-4D08-F3FE64039DE5}"/>
              </a:ext>
            </a:extLst>
          </p:cNvPr>
          <p:cNvSpPr/>
          <p:nvPr/>
        </p:nvSpPr>
        <p:spPr>
          <a:xfrm>
            <a:off x="2601565" y="4874499"/>
            <a:ext cx="1607663" cy="1341120"/>
          </a:xfrm>
          <a:prstGeom prst="blockArc">
            <a:avLst>
              <a:gd name="adj1" fmla="val 10905079"/>
              <a:gd name="adj2" fmla="val 21463205"/>
              <a:gd name="adj3" fmla="val 11313"/>
            </a:avLst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446B2-7266-9144-D8F8-39F1B88B3048}"/>
              </a:ext>
            </a:extLst>
          </p:cNvPr>
          <p:cNvSpPr txBox="1"/>
          <p:nvPr/>
        </p:nvSpPr>
        <p:spPr>
          <a:xfrm>
            <a:off x="557277" y="170089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33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33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33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33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26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22F07FBC-00E2-8927-662D-E738E21D9914}"/>
              </a:ext>
            </a:extLst>
          </p:cNvPr>
          <p:cNvSpPr/>
          <p:nvPr/>
        </p:nvSpPr>
        <p:spPr>
          <a:xfrm>
            <a:off x="612371" y="7283053"/>
            <a:ext cx="5511338" cy="4908947"/>
          </a:xfrm>
          <a:prstGeom prst="round2SameRect">
            <a:avLst>
              <a:gd name="adj1" fmla="val 5166"/>
              <a:gd name="adj2" fmla="val 0"/>
            </a:avLst>
          </a:prstGeom>
          <a:solidFill>
            <a:srgbClr val="DDE1ED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04AA2599-A007-70E7-E497-F17F579AC3B6}"/>
              </a:ext>
            </a:extLst>
          </p:cNvPr>
          <p:cNvSpPr/>
          <p:nvPr/>
        </p:nvSpPr>
        <p:spPr>
          <a:xfrm>
            <a:off x="715419" y="7340843"/>
            <a:ext cx="5358938" cy="4719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715419" y="3398081"/>
            <a:ext cx="3935693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>
                <a:solidFill>
                  <a:srgbClr val="FFD369"/>
                </a:solidFill>
              </a:rPr>
              <a:t>Reach </a:t>
            </a:r>
          </a:p>
          <a:p>
            <a:r>
              <a:rPr lang="de-DE" sz="7200" dirty="0">
                <a:solidFill>
                  <a:srgbClr val="0C7B93"/>
                </a:solidFill>
              </a:rPr>
              <a:t>A Friend</a:t>
            </a:r>
          </a:p>
          <a:p>
            <a:r>
              <a:rPr lang="de-DE" sz="4400" dirty="0">
                <a:solidFill>
                  <a:schemeClr val="accent2">
                    <a:lumMod val="50000"/>
                  </a:schemeClr>
                </a:solidFill>
              </a:rPr>
              <a:t>With SMS Alarm</a:t>
            </a:r>
            <a:endParaRPr lang="en-IN" sz="4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434DDA7-4EDF-5AC9-6501-5ADA92C36A97}"/>
              </a:ext>
            </a:extLst>
          </p:cNvPr>
          <p:cNvSpPr/>
          <p:nvPr/>
        </p:nvSpPr>
        <p:spPr>
          <a:xfrm>
            <a:off x="4586379" y="4148015"/>
            <a:ext cx="945740" cy="746637"/>
          </a:xfrm>
          <a:prstGeom prst="wedgeRoundRectCallout">
            <a:avLst>
              <a:gd name="adj1" fmla="val -3874"/>
              <a:gd name="adj2" fmla="val 90648"/>
              <a:gd name="adj3" fmla="val 16667"/>
            </a:avLst>
          </a:prstGeom>
          <a:noFill/>
          <a:ln w="127000" cap="flat" cmpd="sng" algn="ctr">
            <a:solidFill>
              <a:srgbClr val="64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4500" dirty="0">
                <a:solidFill>
                  <a:srgbClr val="5E0B15"/>
                </a:solidFill>
              </a:rPr>
              <a:t>!</a:t>
            </a:r>
            <a:endParaRPr lang="en-IN" sz="4500" dirty="0">
              <a:solidFill>
                <a:srgbClr val="5E0B15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EA9E23-8B6D-423F-E883-B349C5400B38}"/>
              </a:ext>
            </a:extLst>
          </p:cNvPr>
          <p:cNvGrpSpPr/>
          <p:nvPr/>
        </p:nvGrpSpPr>
        <p:grpSpPr>
          <a:xfrm>
            <a:off x="734292" y="7928527"/>
            <a:ext cx="5276166" cy="1429788"/>
            <a:chOff x="734292" y="7928527"/>
            <a:chExt cx="5276166" cy="142978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C75807A-5FE9-609B-D997-7E7C24BA34D6}"/>
                </a:ext>
              </a:extLst>
            </p:cNvPr>
            <p:cNvSpPr/>
            <p:nvPr/>
          </p:nvSpPr>
          <p:spPr>
            <a:xfrm>
              <a:off x="734292" y="7928527"/>
              <a:ext cx="5276166" cy="1429788"/>
            </a:xfrm>
            <a:prstGeom prst="roundRect">
              <a:avLst>
                <a:gd name="adj" fmla="val 32946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dirty="0"/>
            </a:p>
            <a:p>
              <a:pPr algn="r"/>
              <a:endParaRPr lang="de-DE" sz="3200" dirty="0"/>
            </a:p>
            <a:p>
              <a:pPr algn="r"/>
              <a:r>
                <a:rPr lang="de-DE" sz="3200" dirty="0"/>
                <a:t>Quiet Exceptional Alarm</a:t>
              </a:r>
              <a:endParaRPr lang="en-IN" sz="3200" dirty="0"/>
            </a:p>
          </p:txBody>
        </p:sp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C66E2BEB-17BB-8FC2-6EB0-1D0521E0293F}"/>
                </a:ext>
              </a:extLst>
            </p:cNvPr>
            <p:cNvSpPr/>
            <p:nvPr/>
          </p:nvSpPr>
          <p:spPr>
            <a:xfrm>
              <a:off x="981933" y="8098528"/>
              <a:ext cx="460916" cy="360069"/>
            </a:xfrm>
            <a:prstGeom prst="wedgeRoundRectCallout">
              <a:avLst>
                <a:gd name="adj1" fmla="val -3874"/>
                <a:gd name="adj2" fmla="val 90648"/>
                <a:gd name="adj3" fmla="val 16667"/>
              </a:avLst>
            </a:prstGeom>
            <a:noFill/>
            <a:ln w="476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4500" dirty="0">
                <a:solidFill>
                  <a:srgbClr val="5E0B15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6C1AB9-1B85-F7C6-2D9C-231ACD769AF6}"/>
                </a:ext>
              </a:extLst>
            </p:cNvPr>
            <p:cNvSpPr txBox="1"/>
            <p:nvPr/>
          </p:nvSpPr>
          <p:spPr>
            <a:xfrm>
              <a:off x="1557937" y="8093896"/>
              <a:ext cx="1439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FFFF"/>
                  </a:solidFill>
                </a:rPr>
                <a:t>Message App</a:t>
              </a:r>
              <a:endParaRPr lang="en-IN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6D2DEA-445B-C881-E810-4B6718C8D4B3}"/>
              </a:ext>
            </a:extLst>
          </p:cNvPr>
          <p:cNvGrpSpPr/>
          <p:nvPr/>
        </p:nvGrpSpPr>
        <p:grpSpPr>
          <a:xfrm>
            <a:off x="715419" y="9474023"/>
            <a:ext cx="5216386" cy="1429788"/>
            <a:chOff x="715419" y="9265372"/>
            <a:chExt cx="5216386" cy="142978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85B4A31-8F63-A32D-B5A1-F7B437516D5F}"/>
                </a:ext>
              </a:extLst>
            </p:cNvPr>
            <p:cNvSpPr/>
            <p:nvPr/>
          </p:nvSpPr>
          <p:spPr>
            <a:xfrm>
              <a:off x="715419" y="9265372"/>
              <a:ext cx="5216386" cy="1429788"/>
            </a:xfrm>
            <a:prstGeom prst="roundRect">
              <a:avLst>
                <a:gd name="adj" fmla="val 32946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dirty="0"/>
            </a:p>
            <a:p>
              <a:pPr algn="r"/>
              <a:endParaRPr lang="de-DE" sz="3200" dirty="0"/>
            </a:p>
            <a:p>
              <a:pPr algn="r"/>
              <a:r>
                <a:rPr lang="de-DE" sz="3200" dirty="0"/>
                <a:t>Tap to stop ringing</a:t>
              </a:r>
              <a:endParaRPr lang="en-IN" sz="3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105C6DF-5B69-969E-66C2-8FFD2C5BFAE5}"/>
                </a:ext>
              </a:extLst>
            </p:cNvPr>
            <p:cNvSpPr txBox="1"/>
            <p:nvPr/>
          </p:nvSpPr>
          <p:spPr>
            <a:xfrm>
              <a:off x="1557937" y="9430741"/>
              <a:ext cx="1836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FFFF"/>
                  </a:solidFill>
                </a:rPr>
                <a:t>Quiet Exceptional</a:t>
              </a:r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E25B56E-A7F3-6A9D-ECFA-DC0C3B62577B}"/>
                </a:ext>
              </a:extLst>
            </p:cNvPr>
            <p:cNvSpPr txBox="1"/>
            <p:nvPr/>
          </p:nvSpPr>
          <p:spPr>
            <a:xfrm>
              <a:off x="926195" y="9265372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600" b="1" dirty="0">
                  <a:solidFill>
                    <a:srgbClr val="FFFFFF"/>
                  </a:solidFill>
                </a:rPr>
                <a:t>Q</a:t>
              </a:r>
              <a:endParaRPr lang="en-IN" sz="36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E61DC83A-A9A6-DBC0-9CA6-3E9F2C7B2ADF}"/>
              </a:ext>
            </a:extLst>
          </p:cNvPr>
          <p:cNvSpPr/>
          <p:nvPr/>
        </p:nvSpPr>
        <p:spPr>
          <a:xfrm>
            <a:off x="3250972" y="7360605"/>
            <a:ext cx="277781" cy="32349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5A300-0B28-A278-ECA4-253A9A9EF334}"/>
              </a:ext>
            </a:extLst>
          </p:cNvPr>
          <p:cNvSpPr txBox="1"/>
          <p:nvPr/>
        </p:nvSpPr>
        <p:spPr>
          <a:xfrm>
            <a:off x="557277" y="178683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33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33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33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33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134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22F07FBC-00E2-8927-662D-E738E21D9914}"/>
              </a:ext>
            </a:extLst>
          </p:cNvPr>
          <p:cNvSpPr/>
          <p:nvPr/>
        </p:nvSpPr>
        <p:spPr>
          <a:xfrm>
            <a:off x="673330" y="7658355"/>
            <a:ext cx="5511338" cy="4533645"/>
          </a:xfrm>
          <a:prstGeom prst="round2SameRect">
            <a:avLst>
              <a:gd name="adj1" fmla="val 5166"/>
              <a:gd name="adj2" fmla="val 0"/>
            </a:avLst>
          </a:prstGeom>
          <a:solidFill>
            <a:srgbClr val="DDE1ED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04AA2599-A007-70E7-E497-F17F579AC3B6}"/>
              </a:ext>
            </a:extLst>
          </p:cNvPr>
          <p:cNvSpPr/>
          <p:nvPr/>
        </p:nvSpPr>
        <p:spPr>
          <a:xfrm>
            <a:off x="776378" y="7716145"/>
            <a:ext cx="5358938" cy="4719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DC2D2-644E-4E7D-E858-A90F1A77D396}"/>
              </a:ext>
            </a:extLst>
          </p:cNvPr>
          <p:cNvSpPr txBox="1"/>
          <p:nvPr/>
        </p:nvSpPr>
        <p:spPr>
          <a:xfrm>
            <a:off x="103184" y="1374907"/>
            <a:ext cx="665162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dirty="0">
                <a:solidFill>
                  <a:srgbClr val="FFD369"/>
                </a:solidFill>
              </a:rPr>
              <a:t>Alert if </a:t>
            </a:r>
          </a:p>
          <a:p>
            <a:r>
              <a:rPr lang="de-DE" sz="6000" dirty="0">
                <a:solidFill>
                  <a:srgbClr val="0C7B93"/>
                </a:solidFill>
              </a:rPr>
              <a:t>Notification contains</a:t>
            </a:r>
          </a:p>
          <a:p>
            <a:r>
              <a:rPr lang="de-DE" sz="6000" dirty="0">
                <a:solidFill>
                  <a:srgbClr val="800000"/>
                </a:solidFill>
              </a:rPr>
              <a:t>„Custom Text“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434DDA7-4EDF-5AC9-6501-5ADA92C36A97}"/>
              </a:ext>
            </a:extLst>
          </p:cNvPr>
          <p:cNvSpPr/>
          <p:nvPr/>
        </p:nvSpPr>
        <p:spPr>
          <a:xfrm>
            <a:off x="3019256" y="6203056"/>
            <a:ext cx="945740" cy="746637"/>
          </a:xfrm>
          <a:prstGeom prst="wedgeRoundRectCallout">
            <a:avLst>
              <a:gd name="adj1" fmla="val -3874"/>
              <a:gd name="adj2" fmla="val 90648"/>
              <a:gd name="adj3" fmla="val 16667"/>
            </a:avLst>
          </a:prstGeom>
          <a:noFill/>
          <a:ln w="127000" cap="flat" cmpd="sng" algn="ctr">
            <a:solidFill>
              <a:srgbClr val="64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4500" dirty="0">
                <a:solidFill>
                  <a:srgbClr val="5E0B15"/>
                </a:solidFill>
              </a:rPr>
              <a:t>!</a:t>
            </a:r>
            <a:endParaRPr lang="en-IN" sz="4500" dirty="0">
              <a:solidFill>
                <a:srgbClr val="5E0B15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EA9E23-8B6D-423F-E883-B349C5400B38}"/>
              </a:ext>
            </a:extLst>
          </p:cNvPr>
          <p:cNvGrpSpPr/>
          <p:nvPr/>
        </p:nvGrpSpPr>
        <p:grpSpPr>
          <a:xfrm>
            <a:off x="795251" y="8303829"/>
            <a:ext cx="5276166" cy="1429788"/>
            <a:chOff x="734292" y="7928527"/>
            <a:chExt cx="5276166" cy="142978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C75807A-5FE9-609B-D997-7E7C24BA34D6}"/>
                </a:ext>
              </a:extLst>
            </p:cNvPr>
            <p:cNvSpPr/>
            <p:nvPr/>
          </p:nvSpPr>
          <p:spPr>
            <a:xfrm>
              <a:off x="734292" y="7928527"/>
              <a:ext cx="5276166" cy="1429788"/>
            </a:xfrm>
            <a:prstGeom prst="roundRect">
              <a:avLst>
                <a:gd name="adj" fmla="val 32946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dirty="0"/>
            </a:p>
            <a:p>
              <a:pPr algn="r"/>
              <a:endParaRPr lang="de-DE" sz="3200" dirty="0"/>
            </a:p>
            <a:p>
              <a:pPr algn="r"/>
              <a:r>
                <a:rPr lang="de-DE" sz="3200" dirty="0"/>
                <a:t>Your Bank Account has ..</a:t>
              </a:r>
              <a:endParaRPr lang="en-IN" sz="3200" dirty="0"/>
            </a:p>
          </p:txBody>
        </p:sp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C66E2BEB-17BB-8FC2-6EB0-1D0521E0293F}"/>
                </a:ext>
              </a:extLst>
            </p:cNvPr>
            <p:cNvSpPr/>
            <p:nvPr/>
          </p:nvSpPr>
          <p:spPr>
            <a:xfrm>
              <a:off x="981933" y="8098528"/>
              <a:ext cx="460916" cy="360069"/>
            </a:xfrm>
            <a:prstGeom prst="wedgeRoundRectCallout">
              <a:avLst>
                <a:gd name="adj1" fmla="val -3874"/>
                <a:gd name="adj2" fmla="val 90648"/>
                <a:gd name="adj3" fmla="val 16667"/>
              </a:avLst>
            </a:prstGeom>
            <a:noFill/>
            <a:ln w="476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4500" dirty="0">
                <a:solidFill>
                  <a:srgbClr val="5E0B15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6C1AB9-1B85-F7C6-2D9C-231ACD769AF6}"/>
                </a:ext>
              </a:extLst>
            </p:cNvPr>
            <p:cNvSpPr txBox="1"/>
            <p:nvPr/>
          </p:nvSpPr>
          <p:spPr>
            <a:xfrm>
              <a:off x="1557937" y="8093896"/>
              <a:ext cx="1439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FFFF"/>
                  </a:solidFill>
                </a:rPr>
                <a:t>Message App</a:t>
              </a:r>
              <a:endParaRPr lang="en-IN" dirty="0">
                <a:solidFill>
                  <a:srgbClr val="FFFFFF"/>
                </a:solidFill>
              </a:endParaRP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E61DC83A-A9A6-DBC0-9CA6-3E9F2C7B2ADF}"/>
              </a:ext>
            </a:extLst>
          </p:cNvPr>
          <p:cNvSpPr/>
          <p:nvPr/>
        </p:nvSpPr>
        <p:spPr>
          <a:xfrm>
            <a:off x="3311931" y="7735907"/>
            <a:ext cx="277781" cy="32349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5A300-0B28-A278-ECA4-253A9A9EF334}"/>
              </a:ext>
            </a:extLst>
          </p:cNvPr>
          <p:cNvSpPr txBox="1"/>
          <p:nvPr/>
        </p:nvSpPr>
        <p:spPr>
          <a:xfrm>
            <a:off x="557277" y="178683"/>
            <a:ext cx="5743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accent4">
                    <a:lumMod val="75000"/>
                    <a:alpha val="33000"/>
                  </a:schemeClr>
                </a:solidFill>
              </a:rPr>
              <a:t>Quiet</a:t>
            </a:r>
            <a:r>
              <a:rPr lang="de-DE" sz="4800" dirty="0">
                <a:solidFill>
                  <a:srgbClr val="FFD369">
                    <a:alpha val="33000"/>
                  </a:srgbClr>
                </a:solidFill>
              </a:rPr>
              <a:t> </a:t>
            </a:r>
            <a:r>
              <a:rPr lang="de-DE" sz="4800" dirty="0">
                <a:solidFill>
                  <a:srgbClr val="0C7B93">
                    <a:alpha val="33000"/>
                  </a:srgbClr>
                </a:solidFill>
              </a:rPr>
              <a:t>Exceptional</a:t>
            </a:r>
            <a:endParaRPr lang="en-IN" sz="4800" dirty="0">
              <a:solidFill>
                <a:schemeClr val="accent2">
                  <a:lumMod val="50000"/>
                  <a:alpha val="33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C406C-52AD-4BAB-9906-C4880DA2D440}"/>
              </a:ext>
            </a:extLst>
          </p:cNvPr>
          <p:cNvSpPr txBox="1"/>
          <p:nvPr/>
        </p:nvSpPr>
        <p:spPr>
          <a:xfrm>
            <a:off x="184849" y="5136947"/>
            <a:ext cx="389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rgbClr val="0C7B93"/>
                </a:solidFill>
              </a:rPr>
              <a:t>For example „Bank“</a:t>
            </a:r>
            <a:endParaRPr lang="de-DE" sz="3600" dirty="0">
              <a:solidFill>
                <a:srgbClr val="FFD3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30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20E9F-02FD-16FB-1F19-8A7991437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" y="4427577"/>
            <a:ext cx="438912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29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CA6161-E05D-14EC-747C-79319681E6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1" t="5779" r="25999" b="3111"/>
          <a:stretch/>
        </p:blipFill>
        <p:spPr>
          <a:xfrm>
            <a:off x="1577340" y="4390073"/>
            <a:ext cx="3442500" cy="34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9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141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ramadoss</dc:creator>
  <cp:lastModifiedBy>swathi ramadoss</cp:lastModifiedBy>
  <cp:revision>103</cp:revision>
  <dcterms:created xsi:type="dcterms:W3CDTF">2024-01-04T11:35:11Z</dcterms:created>
  <dcterms:modified xsi:type="dcterms:W3CDTF">2024-10-19T20:08:52Z</dcterms:modified>
</cp:coreProperties>
</file>